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44" r:id="rId4"/>
  </p:sldMasterIdLst>
  <p:notesMasterIdLst>
    <p:notesMasterId r:id="rId27"/>
  </p:notesMasterIdLst>
  <p:handoutMasterIdLst>
    <p:handoutMasterId r:id="rId28"/>
  </p:handoutMasterIdLst>
  <p:sldIdLst>
    <p:sldId id="276" r:id="rId5"/>
    <p:sldId id="258" r:id="rId6"/>
    <p:sldId id="280" r:id="rId7"/>
    <p:sldId id="275" r:id="rId8"/>
    <p:sldId id="279" r:id="rId9"/>
    <p:sldId id="282" r:id="rId10"/>
    <p:sldId id="288" r:id="rId11"/>
    <p:sldId id="281" r:id="rId12"/>
    <p:sldId id="286" r:id="rId13"/>
    <p:sldId id="289" r:id="rId14"/>
    <p:sldId id="291" r:id="rId15"/>
    <p:sldId id="292" r:id="rId16"/>
    <p:sldId id="277" r:id="rId17"/>
    <p:sldId id="278" r:id="rId18"/>
    <p:sldId id="264" r:id="rId19"/>
    <p:sldId id="284" r:id="rId20"/>
    <p:sldId id="283" r:id="rId21"/>
    <p:sldId id="287" r:id="rId22"/>
    <p:sldId id="290" r:id="rId23"/>
    <p:sldId id="285" r:id="rId24"/>
    <p:sldId id="260" r:id="rId25"/>
    <p:sldId id="274" r:id="rId2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5033" autoAdjust="0"/>
  </p:normalViewPr>
  <p:slideViewPr>
    <p:cSldViewPr snapToGrid="0" snapToObjects="1">
      <p:cViewPr varScale="1">
        <p:scale>
          <a:sx n="85" d="100"/>
          <a:sy n="85" d="100"/>
        </p:scale>
        <p:origin x="590" y="53"/>
      </p:cViewPr>
      <p:guideLst>
        <p:guide orient="horz" pos="2160"/>
        <p:guide pos="3840"/>
      </p:guideLst>
    </p:cSldViewPr>
  </p:slideViewPr>
  <p:notesTextViewPr>
    <p:cViewPr>
      <p:scale>
        <a:sx n="1" d="1"/>
        <a:sy n="1" d="1"/>
      </p:scale>
      <p:origin x="0" y="0"/>
    </p:cViewPr>
  </p:notesTextViewPr>
  <p:notesViewPr>
    <p:cSldViewPr snapToGrid="0" snapToObjects="1">
      <p:cViewPr varScale="1">
        <p:scale>
          <a:sx n="68" d="100"/>
          <a:sy n="68" d="100"/>
        </p:scale>
        <p:origin x="3288" y="8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notesMaster" Target="notesMasters/notesMaster1.xml"/><Relationship Id="rId30"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37F2D40-DF92-4ADE-A761-CBF896599CA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874F42E9-55BA-437C-85B3-324B4E2BF26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66D81A9-CFC2-4640-899E-DD3E177BE50A}" type="datetimeFigureOut">
              <a:rPr lang="en-US" smtClean="0"/>
              <a:t>11/19/2024</a:t>
            </a:fld>
            <a:endParaRPr lang="en-US" dirty="0"/>
          </a:p>
        </p:txBody>
      </p:sp>
      <p:sp>
        <p:nvSpPr>
          <p:cNvPr id="4" name="Footer Placeholder 3">
            <a:extLst>
              <a:ext uri="{FF2B5EF4-FFF2-40B4-BE49-F238E27FC236}">
                <a16:creationId xmlns:a16="http://schemas.microsoft.com/office/drawing/2014/main" id="{407DF0FD-84A5-462F-A0AC-B2CEF6020C4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5D85C710-014C-4C89-9B64-843B9863CEBF}"/>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EC605DA-80A8-4B7B-B889-6C5700BB4CEA}" type="slidenum">
              <a:rPr lang="en-US" smtClean="0"/>
              <a:t>‹#›</a:t>
            </a:fld>
            <a:endParaRPr lang="en-US" dirty="0"/>
          </a:p>
        </p:txBody>
      </p:sp>
    </p:spTree>
    <p:extLst>
      <p:ext uri="{BB962C8B-B14F-4D97-AF65-F5344CB8AC3E}">
        <p14:creationId xmlns:p14="http://schemas.microsoft.com/office/powerpoint/2010/main" val="216653922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A1E50F4-C55A-473A-A70B-4B042EF011A9}" type="datetimeFigureOut">
              <a:rPr lang="en-US" smtClean="0"/>
              <a:t>11/19/2024</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3544625-0ADF-4414-89A2-9E135F0C849F}" type="slidenum">
              <a:rPr lang="en-US" smtClean="0"/>
              <a:t>‹#›</a:t>
            </a:fld>
            <a:endParaRPr lang="en-US" dirty="0"/>
          </a:p>
        </p:txBody>
      </p:sp>
    </p:spTree>
    <p:extLst>
      <p:ext uri="{BB962C8B-B14F-4D97-AF65-F5344CB8AC3E}">
        <p14:creationId xmlns:p14="http://schemas.microsoft.com/office/powerpoint/2010/main" val="11222280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3544625-0ADF-4414-89A2-9E135F0C849F}" type="slidenum">
              <a:rPr lang="en-US" smtClean="0"/>
              <a:t>2</a:t>
            </a:fld>
            <a:endParaRPr lang="en-US" dirty="0"/>
          </a:p>
        </p:txBody>
      </p:sp>
    </p:spTree>
    <p:extLst>
      <p:ext uri="{BB962C8B-B14F-4D97-AF65-F5344CB8AC3E}">
        <p14:creationId xmlns:p14="http://schemas.microsoft.com/office/powerpoint/2010/main" val="16366540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3544625-0ADF-4414-89A2-9E135F0C849F}" type="slidenum">
              <a:rPr lang="en-US" smtClean="0"/>
              <a:t>15</a:t>
            </a:fld>
            <a:endParaRPr lang="en-US" dirty="0"/>
          </a:p>
        </p:txBody>
      </p:sp>
    </p:spTree>
    <p:extLst>
      <p:ext uri="{BB962C8B-B14F-4D97-AF65-F5344CB8AC3E}">
        <p14:creationId xmlns:p14="http://schemas.microsoft.com/office/powerpoint/2010/main" val="1730103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3544625-0ADF-4414-89A2-9E135F0C849F}" type="slidenum">
              <a:rPr lang="en-US" smtClean="0"/>
              <a:t>21</a:t>
            </a:fld>
            <a:endParaRPr lang="en-US" dirty="0"/>
          </a:p>
        </p:txBody>
      </p:sp>
    </p:spTree>
    <p:extLst>
      <p:ext uri="{BB962C8B-B14F-4D97-AF65-F5344CB8AC3E}">
        <p14:creationId xmlns:p14="http://schemas.microsoft.com/office/powerpoint/2010/main" val="7240312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3544625-0ADF-4414-89A2-9E135F0C849F}" type="slidenum">
              <a:rPr lang="en-US" smtClean="0"/>
              <a:t>22</a:t>
            </a:fld>
            <a:endParaRPr lang="en-US" dirty="0"/>
          </a:p>
        </p:txBody>
      </p:sp>
    </p:spTree>
    <p:extLst>
      <p:ext uri="{BB962C8B-B14F-4D97-AF65-F5344CB8AC3E}">
        <p14:creationId xmlns:p14="http://schemas.microsoft.com/office/powerpoint/2010/main" val="20483474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3">
        <a:schemeClr val="bg2"/>
      </p:bgRef>
    </p:bg>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3962399" y="1964267"/>
            <a:ext cx="7197726" cy="2421464"/>
          </a:xfrm>
        </p:spPr>
        <p:txBody>
          <a:bodyPr anchor="b">
            <a:normAutofit/>
          </a:bodyPr>
          <a:lstStyle>
            <a:lvl1pPr algn="r">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3962399" y="4385732"/>
            <a:ext cx="7197726"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8932558" y="5870575"/>
            <a:ext cx="1600200" cy="377825"/>
          </a:xfrm>
        </p:spPr>
        <p:txBody>
          <a:bodyPr/>
          <a:lstStyle/>
          <a:p>
            <a:fld id="{87DE6118-2437-4B30-8E3C-4D2BE6020583}" type="datetimeFigureOut">
              <a:rPr lang="en-US" smtClean="0"/>
              <a:pPr/>
              <a:t>11/19/2024</a:t>
            </a:fld>
            <a:endParaRPr lang="en-US" dirty="0"/>
          </a:p>
        </p:txBody>
      </p:sp>
      <p:sp>
        <p:nvSpPr>
          <p:cNvPr id="5" name="Footer Placeholder 4"/>
          <p:cNvSpPr>
            <a:spLocks noGrp="1"/>
          </p:cNvSpPr>
          <p:nvPr>
            <p:ph type="ftr" sz="quarter" idx="11"/>
          </p:nvPr>
        </p:nvSpPr>
        <p:spPr>
          <a:xfrm>
            <a:off x="3962399" y="5870575"/>
            <a:ext cx="4893958" cy="377825"/>
          </a:xfrm>
        </p:spPr>
        <p:txBody>
          <a:bodyPr/>
          <a:lstStyle/>
          <a:p>
            <a:endParaRPr lang="en-US" dirty="0"/>
          </a:p>
        </p:txBody>
      </p:sp>
      <p:sp>
        <p:nvSpPr>
          <p:cNvPr id="6" name="Slide Number Placeholder 5"/>
          <p:cNvSpPr>
            <a:spLocks noGrp="1"/>
          </p:cNvSpPr>
          <p:nvPr>
            <p:ph type="sldNum" sz="quarter" idx="12"/>
          </p:nvPr>
        </p:nvSpPr>
        <p:spPr>
          <a:xfrm>
            <a:off x="10608958" y="5870575"/>
            <a:ext cx="551167" cy="377825"/>
          </a:xfrm>
        </p:spPr>
        <p:txBody>
          <a:bodyPr/>
          <a:lstStyle/>
          <a:p>
            <a:fld id="{69E57DC2-970A-4B3E-BB1C-7A09969E49DF}" type="slidenum">
              <a:rPr lang="en-US" smtClean="0"/>
              <a:pPr/>
              <a:t>‹#›</a:t>
            </a:fld>
            <a:endParaRPr lang="en-US" dirty="0"/>
          </a:p>
        </p:txBody>
      </p:sp>
    </p:spTree>
    <p:extLst>
      <p:ext uri="{BB962C8B-B14F-4D97-AF65-F5344CB8AC3E}">
        <p14:creationId xmlns:p14="http://schemas.microsoft.com/office/powerpoint/2010/main" val="2202325018"/>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smtClean="0"/>
              <a:t>11/19/2024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smtClean="0"/>
              <a:t>‹#›</a:t>
            </a:fld>
            <a:endParaRPr lang="en-US" dirty="0"/>
          </a:p>
        </p:txBody>
      </p:sp>
    </p:spTree>
    <p:extLst>
      <p:ext uri="{BB962C8B-B14F-4D97-AF65-F5344CB8AC3E}">
        <p14:creationId xmlns:p14="http://schemas.microsoft.com/office/powerpoint/2010/main" val="24665461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3308581"/>
            <a:ext cx="10131427" cy="1468800"/>
          </a:xfrm>
        </p:spPr>
        <p:txBody>
          <a:bodyPr anchor="b"/>
          <a:lstStyle>
            <a:lvl1pPr algn="l">
              <a:defRPr sz="4000" b="0" cap="all"/>
            </a:lvl1pPr>
          </a:lstStyle>
          <a:p>
            <a:r>
              <a:rPr lang="en-US"/>
              <a:t>Click to edit Master title style</a:t>
            </a:r>
            <a:endParaRPr lang="en-US" dirty="0"/>
          </a:p>
        </p:txBody>
      </p:sp>
      <p:sp>
        <p:nvSpPr>
          <p:cNvPr id="3" name="Text Placeholder 2"/>
          <p:cNvSpPr>
            <a:spLocks noGrp="1"/>
          </p:cNvSpPr>
          <p:nvPr>
            <p:ph type="body" idx="1"/>
          </p:nvPr>
        </p:nvSpPr>
        <p:spPr>
          <a:xfrm>
            <a:off x="685799" y="4777381"/>
            <a:ext cx="10131428" cy="860400"/>
          </a:xfrm>
        </p:spPr>
        <p:txBody>
          <a:bodyPr anchor="t">
            <a:normAutofit/>
          </a:bodyPr>
          <a:lstStyle>
            <a:lvl1pPr marL="0" indent="0" algn="l">
              <a:buNone/>
              <a:defRPr sz="20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7DE6118-2437-4B30-8E3C-4D2BE6020583}" type="datetimeFigureOut">
              <a:rPr lang="en-US" smtClean="0"/>
              <a:pPr/>
              <a:t>11/19/2024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smtClean="0"/>
              <a:pPr/>
              <a:t>‹#›</a:t>
            </a:fld>
            <a:endParaRPr lang="en-US" dirty="0"/>
          </a:p>
        </p:txBody>
      </p:sp>
    </p:spTree>
    <p:extLst>
      <p:ext uri="{BB962C8B-B14F-4D97-AF65-F5344CB8AC3E}">
        <p14:creationId xmlns:p14="http://schemas.microsoft.com/office/powerpoint/2010/main" val="10745802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2" y="2142067"/>
            <a:ext cx="4995334" cy="364913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21895" y="2142067"/>
            <a:ext cx="4995332" cy="364913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7DE6118-2437-4B30-8E3C-4D2BE6020583}" type="datetimeFigureOut">
              <a:rPr lang="en-US" smtClean="0"/>
              <a:t>11/19/2024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9E57DC2-970A-4B3E-BB1C-7A09969E49DF}" type="slidenum">
              <a:rPr lang="en-US" smtClean="0"/>
              <a:t>‹#›</a:t>
            </a:fld>
            <a:endParaRPr lang="en-US" dirty="0"/>
          </a:p>
        </p:txBody>
      </p:sp>
    </p:spTree>
    <p:extLst>
      <p:ext uri="{BB962C8B-B14F-4D97-AF65-F5344CB8AC3E}">
        <p14:creationId xmlns:p14="http://schemas.microsoft.com/office/powerpoint/2010/main" val="16231046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3670" y="2218267"/>
            <a:ext cx="4709054"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1" y="2870201"/>
            <a:ext cx="4996923"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96003" y="2226734"/>
            <a:ext cx="4722813"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23483" y="2870201"/>
            <a:ext cx="4995334"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7DE6118-2437-4B30-8E3C-4D2BE6020583}" type="datetimeFigureOut">
              <a:rPr lang="en-US" smtClean="0"/>
              <a:t>11/19/2024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9E57DC2-970A-4B3E-BB1C-7A09969E49DF}" type="slidenum">
              <a:rPr lang="en-US" smtClean="0"/>
              <a:t>‹#›</a:t>
            </a:fld>
            <a:endParaRPr lang="en-US" dirty="0"/>
          </a:p>
        </p:txBody>
      </p:sp>
    </p:spTree>
    <p:extLst>
      <p:ext uri="{BB962C8B-B14F-4D97-AF65-F5344CB8AC3E}">
        <p14:creationId xmlns:p14="http://schemas.microsoft.com/office/powerpoint/2010/main" val="19872993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7DE6118-2437-4B30-8E3C-4D2BE6020583}" type="datetimeFigureOut">
              <a:rPr lang="en-US" smtClean="0"/>
              <a:t>11/19/2024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9E57DC2-970A-4B3E-BB1C-7A09969E49DF}" type="slidenum">
              <a:rPr lang="en-US" smtClean="0"/>
              <a:t>‹#›</a:t>
            </a:fld>
            <a:endParaRPr lang="en-US" dirty="0"/>
          </a:p>
        </p:txBody>
      </p:sp>
    </p:spTree>
    <p:extLst>
      <p:ext uri="{BB962C8B-B14F-4D97-AF65-F5344CB8AC3E}">
        <p14:creationId xmlns:p14="http://schemas.microsoft.com/office/powerpoint/2010/main" val="42405505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Date Placeholder 1"/>
          <p:cNvSpPr>
            <a:spLocks noGrp="1"/>
          </p:cNvSpPr>
          <p:nvPr>
            <p:ph type="dt" sz="half" idx="10"/>
          </p:nvPr>
        </p:nvSpPr>
        <p:spPr/>
        <p:txBody>
          <a:bodyPr/>
          <a:lstStyle/>
          <a:p>
            <a:fld id="{87DE6118-2437-4B30-8E3C-4D2BE6020583}" type="datetimeFigureOut">
              <a:rPr lang="en-US" smtClean="0"/>
              <a:t>11/19/2024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9E57DC2-970A-4B3E-BB1C-7A09969E49DF}" type="slidenum">
              <a:rPr lang="en-US" smtClean="0"/>
              <a:t>‹#›</a:t>
            </a:fld>
            <a:endParaRPr lang="en-US" dirty="0"/>
          </a:p>
        </p:txBody>
      </p:sp>
    </p:spTree>
    <p:extLst>
      <p:ext uri="{BB962C8B-B14F-4D97-AF65-F5344CB8AC3E}">
        <p14:creationId xmlns:p14="http://schemas.microsoft.com/office/powerpoint/2010/main" val="32930739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2074333"/>
            <a:ext cx="3680885"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648201" y="609601"/>
            <a:ext cx="6169026" cy="5181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445933"/>
            <a:ext cx="3680885" cy="1828800"/>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7DE6118-2437-4B30-8E3C-4D2BE6020583}" type="datetimeFigureOut">
              <a:rPr lang="en-US" smtClean="0"/>
              <a:pPr/>
              <a:t>11/19/2024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9E57DC2-970A-4B3E-BB1C-7A09969E49DF}" type="slidenum">
              <a:rPr lang="en-US" smtClean="0"/>
              <a:pPr/>
              <a:t>‹#›</a:t>
            </a:fld>
            <a:endParaRPr lang="en-US" dirty="0"/>
          </a:p>
        </p:txBody>
      </p:sp>
    </p:spTree>
    <p:extLst>
      <p:ext uri="{BB962C8B-B14F-4D97-AF65-F5344CB8AC3E}">
        <p14:creationId xmlns:p14="http://schemas.microsoft.com/office/powerpoint/2010/main" val="11409764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1600200"/>
            <a:ext cx="6164653" cy="13716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36253" y="914400"/>
            <a:ext cx="3280974"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2971800"/>
            <a:ext cx="6164653" cy="1828800"/>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7DE6118-2437-4B30-8E3C-4D2BE6020583}" type="datetimeFigureOut">
              <a:rPr lang="en-US" smtClean="0"/>
              <a:pPr/>
              <a:t>11/19/2024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9E57DC2-970A-4B3E-BB1C-7A09969E49DF}" type="slidenum">
              <a:rPr lang="en-US" smtClean="0"/>
              <a:pPr/>
              <a:t>‹#›</a:t>
            </a:fld>
            <a:endParaRPr lang="en-US" dirty="0"/>
          </a:p>
        </p:txBody>
      </p:sp>
    </p:spTree>
    <p:extLst>
      <p:ext uri="{BB962C8B-B14F-4D97-AF65-F5344CB8AC3E}">
        <p14:creationId xmlns:p14="http://schemas.microsoft.com/office/powerpoint/2010/main" val="21790806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4732865"/>
            <a:ext cx="1013142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371600" y="932112"/>
            <a:ext cx="8759827"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5299603"/>
            <a:ext cx="10131427" cy="49371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7DE6118-2437-4B30-8E3C-4D2BE6020583}" type="datetimeFigureOut">
              <a:rPr lang="en-US" smtClean="0"/>
              <a:pPr/>
              <a:t>11/19/2024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9E57DC2-970A-4B3E-BB1C-7A09969E49DF}" type="slidenum">
              <a:rPr lang="en-US" smtClean="0"/>
              <a:pPr/>
              <a:t>‹#›</a:t>
            </a:fld>
            <a:endParaRPr lang="en-US" dirty="0"/>
          </a:p>
        </p:txBody>
      </p:sp>
    </p:spTree>
    <p:extLst>
      <p:ext uri="{BB962C8B-B14F-4D97-AF65-F5344CB8AC3E}">
        <p14:creationId xmlns:p14="http://schemas.microsoft.com/office/powerpoint/2010/main" val="33863127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3124199"/>
          </a:xfrm>
        </p:spPr>
        <p:txBody>
          <a:bodyPr anchor="ctr">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0" y="4343400"/>
            <a:ext cx="10131428"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7DE6118-2437-4B30-8E3C-4D2BE6020583}" type="datetimeFigureOut">
              <a:rPr lang="en-US" smtClean="0"/>
              <a:pPr/>
              <a:t>11/19/2024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smtClean="0"/>
              <a:pPr/>
              <a:t>‹#›</a:t>
            </a:fld>
            <a:endParaRPr lang="en-US" dirty="0"/>
          </a:p>
        </p:txBody>
      </p:sp>
    </p:spTree>
    <p:extLst>
      <p:ext uri="{BB962C8B-B14F-4D97-AF65-F5344CB8AC3E}">
        <p14:creationId xmlns:p14="http://schemas.microsoft.com/office/powerpoint/2010/main" val="34980088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097875" y="3352800"/>
            <a:ext cx="9339184"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87465" y="4343400"/>
            <a:ext cx="10152367"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7DE6118-2437-4B30-8E3C-4D2BE6020583}" type="datetimeFigureOut">
              <a:rPr lang="en-US" smtClean="0"/>
              <a:pPr/>
              <a:t>11/19/2024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smtClean="0"/>
              <a:pPr/>
              <a:t>‹#›</a:t>
            </a:fld>
            <a:endParaRPr lang="en-US" dirty="0"/>
          </a:p>
        </p:txBody>
      </p:sp>
    </p:spTree>
    <p:extLst>
      <p:ext uri="{BB962C8B-B14F-4D97-AF65-F5344CB8AC3E}">
        <p14:creationId xmlns:p14="http://schemas.microsoft.com/office/powerpoint/2010/main" val="32050537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2" y="3308581"/>
            <a:ext cx="10131425"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1" y="4777381"/>
            <a:ext cx="10131426"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7DE6118-2437-4B30-8E3C-4D2BE6020583}" type="datetimeFigureOut">
              <a:rPr lang="en-US" smtClean="0"/>
              <a:pPr/>
              <a:t>11/19/2024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smtClean="0"/>
              <a:pPr/>
              <a:t>‹#›</a:t>
            </a:fld>
            <a:endParaRPr lang="en-US" dirty="0"/>
          </a:p>
        </p:txBody>
      </p:sp>
    </p:spTree>
    <p:extLst>
      <p:ext uri="{BB962C8B-B14F-4D97-AF65-F5344CB8AC3E}">
        <p14:creationId xmlns:p14="http://schemas.microsoft.com/office/powerpoint/2010/main" val="217856939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5800" y="3886200"/>
            <a:ext cx="10135436" cy="889000"/>
          </a:xfrm>
        </p:spPr>
        <p:txBody>
          <a:bodyPr vert="horz" lIns="91440" tIns="45720" rIns="91440" bIns="45720" rtlCol="0" anchor="b">
            <a:normAutofit/>
          </a:bodyPr>
          <a:lstStyle>
            <a:lvl1pP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799" y="4775200"/>
            <a:ext cx="10135436" cy="10160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7DE6118-2437-4B30-8E3C-4D2BE6020583}" type="datetimeFigureOut">
              <a:rPr lang="en-US" smtClean="0"/>
              <a:pPr/>
              <a:t>11/19/2024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smtClean="0"/>
              <a:pPr/>
              <a:t>‹#›</a:t>
            </a:fld>
            <a:endParaRPr lang="en-US" dirty="0"/>
          </a:p>
        </p:txBody>
      </p:sp>
    </p:spTree>
    <p:extLst>
      <p:ext uri="{BB962C8B-B14F-4D97-AF65-F5344CB8AC3E}">
        <p14:creationId xmlns:p14="http://schemas.microsoft.com/office/powerpoint/2010/main" val="304418761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2743199"/>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5801" y="3505200"/>
            <a:ext cx="10131428"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800" y="4343400"/>
            <a:ext cx="10131428"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7DE6118-2437-4B30-8E3C-4D2BE6020583}" type="datetimeFigureOut">
              <a:rPr lang="en-US" smtClean="0"/>
              <a:pPr/>
              <a:t>11/19/2024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smtClean="0"/>
              <a:pPr/>
              <a:t>‹#›</a:t>
            </a:fld>
            <a:endParaRPr lang="en-US" dirty="0"/>
          </a:p>
        </p:txBody>
      </p:sp>
    </p:spTree>
    <p:extLst>
      <p:ext uri="{BB962C8B-B14F-4D97-AF65-F5344CB8AC3E}">
        <p14:creationId xmlns:p14="http://schemas.microsoft.com/office/powerpoint/2010/main" val="428596084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8" name="Title 1"/>
          <p:cNvSpPr>
            <a:spLocks noGrp="1"/>
          </p:cNvSpPr>
          <p:nvPr>
            <p:ph type="title"/>
          </p:nvPr>
        </p:nvSpPr>
        <p:spPr>
          <a:xfrm>
            <a:off x="685801" y="609600"/>
            <a:ext cx="10131425" cy="1456267"/>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smtClean="0"/>
              <a:t>11/19/2024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smtClean="0"/>
              <a:t>‹#›</a:t>
            </a:fld>
            <a:endParaRPr lang="en-US" dirty="0"/>
          </a:p>
        </p:txBody>
      </p:sp>
    </p:spTree>
    <p:extLst>
      <p:ext uri="{BB962C8B-B14F-4D97-AF65-F5344CB8AC3E}">
        <p14:creationId xmlns:p14="http://schemas.microsoft.com/office/powerpoint/2010/main" val="220212609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Vertical Title 1"/>
          <p:cNvSpPr>
            <a:spLocks noGrp="1"/>
          </p:cNvSpPr>
          <p:nvPr>
            <p:ph type="title" orient="vert"/>
          </p:nvPr>
        </p:nvSpPr>
        <p:spPr>
          <a:xfrm>
            <a:off x="8658675" y="609599"/>
            <a:ext cx="2158552"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09600"/>
            <a:ext cx="7832116" cy="5181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smtClean="0"/>
              <a:t>11/19/2024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smtClean="0"/>
              <a:t>‹#›</a:t>
            </a:fld>
            <a:endParaRPr lang="en-US" dirty="0"/>
          </a:p>
        </p:txBody>
      </p:sp>
    </p:spTree>
    <p:extLst>
      <p:ext uri="{BB962C8B-B14F-4D97-AF65-F5344CB8AC3E}">
        <p14:creationId xmlns:p14="http://schemas.microsoft.com/office/powerpoint/2010/main" val="24475429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1" y="609600"/>
            <a:ext cx="10131425" cy="14562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1" y="2142067"/>
            <a:ext cx="10131425" cy="3649133"/>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89660" y="5870575"/>
            <a:ext cx="1600200"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87DE6118-2437-4B30-8E3C-4D2BE6020583}" type="datetimeFigureOut">
              <a:rPr lang="en-US" smtClean="0"/>
              <a:pPr/>
              <a:t>11/19/2024</a:t>
            </a:fld>
            <a:endParaRPr lang="en-US" dirty="0"/>
          </a:p>
        </p:txBody>
      </p:sp>
      <p:sp>
        <p:nvSpPr>
          <p:cNvPr id="5" name="Footer Placeholder 4"/>
          <p:cNvSpPr>
            <a:spLocks noGrp="1"/>
          </p:cNvSpPr>
          <p:nvPr>
            <p:ph type="ftr" sz="quarter" idx="3"/>
          </p:nvPr>
        </p:nvSpPr>
        <p:spPr>
          <a:xfrm>
            <a:off x="685800" y="5870575"/>
            <a:ext cx="7827659"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266060" y="5870575"/>
            <a:ext cx="551167"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69E57DC2-970A-4B3E-BB1C-7A09969E49DF}" type="slidenum">
              <a:rPr lang="en-US" smtClean="0"/>
              <a:pPr/>
              <a:t>‹#›</a:t>
            </a:fld>
            <a:endParaRPr lang="en-US" dirty="0"/>
          </a:p>
        </p:txBody>
      </p:sp>
    </p:spTree>
    <p:extLst>
      <p:ext uri="{BB962C8B-B14F-4D97-AF65-F5344CB8AC3E}">
        <p14:creationId xmlns:p14="http://schemas.microsoft.com/office/powerpoint/2010/main" val="645065765"/>
      </p:ext>
    </p:extLst>
  </p:cSld>
  <p:clrMap bg1="dk1" tx1="lt1" bg2="dk2" tx2="lt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 id="2147483756" r:id="rId12"/>
    <p:sldLayoutId id="2147483757" r:id="rId13"/>
    <p:sldLayoutId id="2147483758" r:id="rId14"/>
    <p:sldLayoutId id="2147483759" r:id="rId15"/>
    <p:sldLayoutId id="2147483760" r:id="rId16"/>
    <p:sldLayoutId id="2147483761"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C3C1BC-8C05-47EC-B756-47229412E34C}"/>
              </a:ext>
            </a:extLst>
          </p:cNvPr>
          <p:cNvSpPr>
            <a:spLocks noGrp="1"/>
          </p:cNvSpPr>
          <p:nvPr>
            <p:ph type="ctrTitle"/>
          </p:nvPr>
        </p:nvSpPr>
        <p:spPr>
          <a:xfrm>
            <a:off x="3962399" y="1982197"/>
            <a:ext cx="7197726" cy="2421464"/>
          </a:xfrm>
        </p:spPr>
        <p:txBody>
          <a:bodyPr>
            <a:normAutofit/>
          </a:bodyPr>
          <a:lstStyle/>
          <a:p>
            <a:r>
              <a:rPr lang="en-US" sz="6600" dirty="0">
                <a:latin typeface="Times New Roman" panose="02020603050405020304" pitchFamily="18" charset="0"/>
                <a:cs typeface="Times New Roman" panose="02020603050405020304" pitchFamily="18" charset="0"/>
              </a:rPr>
              <a:t>State diagram</a:t>
            </a:r>
          </a:p>
        </p:txBody>
      </p:sp>
      <p:sp>
        <p:nvSpPr>
          <p:cNvPr id="3" name="Subtitle 2">
            <a:extLst>
              <a:ext uri="{FF2B5EF4-FFF2-40B4-BE49-F238E27FC236}">
                <a16:creationId xmlns:a16="http://schemas.microsoft.com/office/drawing/2014/main" id="{0BBD8412-BF20-4884-9BC3-571BB3F3A142}"/>
              </a:ext>
            </a:extLst>
          </p:cNvPr>
          <p:cNvSpPr>
            <a:spLocks noGrp="1"/>
          </p:cNvSpPr>
          <p:nvPr>
            <p:ph type="subTitle" idx="1"/>
          </p:nvPr>
        </p:nvSpPr>
        <p:spPr/>
        <p:txBody>
          <a:bodyPr>
            <a:normAutofit/>
          </a:bodyPr>
          <a:lstStyle/>
          <a:p>
            <a:r>
              <a:rPr lang="mn-MN" sz="2800" dirty="0">
                <a:latin typeface="Times New Roman" panose="02020603050405020304" pitchFamily="18" charset="0"/>
                <a:cs typeface="Times New Roman" panose="02020603050405020304" pitchFamily="18" charset="0"/>
              </a:rPr>
              <a:t>Төлөвийн диаграмм</a:t>
            </a: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896442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3"/>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99F444-FCBD-B140-9C05-E443FA0805C4}"/>
              </a:ext>
            </a:extLst>
          </p:cNvPr>
          <p:cNvSpPr>
            <a:spLocks noGrp="1"/>
          </p:cNvSpPr>
          <p:nvPr>
            <p:ph type="title"/>
          </p:nvPr>
        </p:nvSpPr>
        <p:spPr>
          <a:xfrm>
            <a:off x="910355" y="-43086"/>
            <a:ext cx="6143423" cy="1456267"/>
          </a:xfrm>
        </p:spPr>
        <p:txBody>
          <a:bodyPr>
            <a:normAutofit/>
          </a:bodyPr>
          <a:lstStyle/>
          <a:p>
            <a:r>
              <a:rPr lang="mn-MN" b="1" dirty="0">
                <a:latin typeface="Times New Roman" panose="02020603050405020304" pitchFamily="18" charset="0"/>
                <a:cs typeface="Times New Roman" panose="02020603050405020304" pitchFamily="18" charset="0"/>
              </a:rPr>
              <a:t>агуулга</a:t>
            </a:r>
            <a:endParaRPr lang="ru-RU" b="1" dirty="0">
              <a:latin typeface="Times New Roman" panose="02020603050405020304" pitchFamily="18" charset="0"/>
              <a:cs typeface="Times New Roman" panose="02020603050405020304" pitchFamily="18" charset="0"/>
            </a:endParaRPr>
          </a:p>
        </p:txBody>
      </p:sp>
      <p:grpSp>
        <p:nvGrpSpPr>
          <p:cNvPr id="179" name="Group 178">
            <a:extLst>
              <a:ext uri="{FF2B5EF4-FFF2-40B4-BE49-F238E27FC236}">
                <a16:creationId xmlns:a16="http://schemas.microsoft.com/office/drawing/2014/main" id="{CFEF753B-CA1B-4178-80F5-095B7FEA21C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21267604">
            <a:off x="8565602" y="3905595"/>
            <a:ext cx="3639934" cy="3163289"/>
            <a:chOff x="5281603" y="104899"/>
            <a:chExt cx="6910397" cy="6005491"/>
          </a:xfrm>
        </p:grpSpPr>
        <p:sp>
          <p:nvSpPr>
            <p:cNvPr id="180" name="Freeform 98">
              <a:extLst>
                <a:ext uri="{FF2B5EF4-FFF2-40B4-BE49-F238E27FC236}">
                  <a16:creationId xmlns:a16="http://schemas.microsoft.com/office/drawing/2014/main" id="{86C68ECC-F0A0-411E-A303-6DC0707A36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281603" y="104899"/>
              <a:ext cx="6896713" cy="6005491"/>
            </a:xfrm>
            <a:custGeom>
              <a:avLst/>
              <a:gdLst>
                <a:gd name="connsiteX0" fmla="*/ 3912717 w 6896713"/>
                <a:gd name="connsiteY0" fmla="*/ 0 h 6005491"/>
                <a:gd name="connsiteX1" fmla="*/ 6679426 w 6896713"/>
                <a:gd name="connsiteY1" fmla="*/ 1146008 h 6005491"/>
                <a:gd name="connsiteX2" fmla="*/ 6896713 w 6896713"/>
                <a:gd name="connsiteY2" fmla="*/ 1385085 h 6005491"/>
                <a:gd name="connsiteX3" fmla="*/ 6896713 w 6896713"/>
                <a:gd name="connsiteY3" fmla="*/ 1431256 h 6005491"/>
                <a:gd name="connsiteX4" fmla="*/ 6657442 w 6896713"/>
                <a:gd name="connsiteY4" fmla="*/ 1167992 h 6005491"/>
                <a:gd name="connsiteX5" fmla="*/ 3912717 w 6896713"/>
                <a:gd name="connsiteY5" fmla="*/ 31089 h 6005491"/>
                <a:gd name="connsiteX6" fmla="*/ 31089 w 6896713"/>
                <a:gd name="connsiteY6" fmla="*/ 3912717 h 6005491"/>
                <a:gd name="connsiteX7" fmla="*/ 593046 w 6896713"/>
                <a:gd name="connsiteY7" fmla="*/ 5925483 h 6005491"/>
                <a:gd name="connsiteX8" fmla="*/ 633874 w 6896713"/>
                <a:gd name="connsiteY8" fmla="*/ 5989169 h 6005491"/>
                <a:gd name="connsiteX9" fmla="*/ 607415 w 6896713"/>
                <a:gd name="connsiteY9" fmla="*/ 6005491 h 6005491"/>
                <a:gd name="connsiteX10" fmla="*/ 566458 w 6896713"/>
                <a:gd name="connsiteY10" fmla="*/ 5941603 h 6005491"/>
                <a:gd name="connsiteX11" fmla="*/ 0 w 6896713"/>
                <a:gd name="connsiteY11" fmla="*/ 3912717 h 6005491"/>
                <a:gd name="connsiteX12" fmla="*/ 3912717 w 6896713"/>
                <a:gd name="connsiteY12" fmla="*/ 0 h 6005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896713" h="6005491">
                  <a:moveTo>
                    <a:pt x="3912717" y="0"/>
                  </a:moveTo>
                  <a:cubicBezTo>
                    <a:pt x="4993184" y="0"/>
                    <a:pt x="5971363" y="437946"/>
                    <a:pt x="6679426" y="1146008"/>
                  </a:cubicBezTo>
                  <a:lnTo>
                    <a:pt x="6896713" y="1385085"/>
                  </a:lnTo>
                  <a:lnTo>
                    <a:pt x="6896713" y="1431256"/>
                  </a:lnTo>
                  <a:lnTo>
                    <a:pt x="6657442" y="1167992"/>
                  </a:lnTo>
                  <a:cubicBezTo>
                    <a:pt x="5955006" y="465555"/>
                    <a:pt x="4984599" y="31089"/>
                    <a:pt x="3912717" y="31089"/>
                  </a:cubicBezTo>
                  <a:cubicBezTo>
                    <a:pt x="1768953" y="31089"/>
                    <a:pt x="31089" y="1768953"/>
                    <a:pt x="31089" y="3912717"/>
                  </a:cubicBezTo>
                  <a:cubicBezTo>
                    <a:pt x="31089" y="4649636"/>
                    <a:pt x="236442" y="5338592"/>
                    <a:pt x="593046" y="5925483"/>
                  </a:cubicBezTo>
                  <a:lnTo>
                    <a:pt x="633874" y="5989169"/>
                  </a:lnTo>
                  <a:lnTo>
                    <a:pt x="607415" y="6005491"/>
                  </a:lnTo>
                  <a:lnTo>
                    <a:pt x="566458" y="5941603"/>
                  </a:lnTo>
                  <a:cubicBezTo>
                    <a:pt x="206998" y="5350013"/>
                    <a:pt x="0" y="4655538"/>
                    <a:pt x="0" y="3912717"/>
                  </a:cubicBezTo>
                  <a:cubicBezTo>
                    <a:pt x="0" y="1751783"/>
                    <a:pt x="1751783" y="0"/>
                    <a:pt x="3912717" y="0"/>
                  </a:cubicBezTo>
                  <a:close/>
                </a:path>
              </a:pathLst>
            </a:custGeom>
            <a:solidFill>
              <a:srgbClr val="FFFFFF">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81" name="Group 180">
              <a:extLst>
                <a:ext uri="{FF2B5EF4-FFF2-40B4-BE49-F238E27FC236}">
                  <a16:creationId xmlns:a16="http://schemas.microsoft.com/office/drawing/2014/main" id="{6A21E140-4ECB-4C42-BDC7-F4351513DA97}"/>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5516018" y="331504"/>
              <a:ext cx="6675982" cy="5235326"/>
              <a:chOff x="5516018" y="331504"/>
              <a:chExt cx="6675982" cy="5235326"/>
            </a:xfrm>
          </p:grpSpPr>
          <p:cxnSp>
            <p:nvCxnSpPr>
              <p:cNvPr id="182" name="Straight Connector 181">
                <a:extLst>
                  <a:ext uri="{FF2B5EF4-FFF2-40B4-BE49-F238E27FC236}">
                    <a16:creationId xmlns:a16="http://schemas.microsoft.com/office/drawing/2014/main" id="{2940CFC5-AC4C-4746-A3B9-3DD434FF6DE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9266830" y="33150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83" name="Straight Connector 182">
                <a:extLst>
                  <a:ext uri="{FF2B5EF4-FFF2-40B4-BE49-F238E27FC236}">
                    <a16:creationId xmlns:a16="http://schemas.microsoft.com/office/drawing/2014/main" id="{6EC95677-9C92-4D0D-91D4-E07380F2502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20000" flipH="1">
                <a:off x="9408861" y="33832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84" name="Straight Connector 183">
                <a:extLst>
                  <a:ext uri="{FF2B5EF4-FFF2-40B4-BE49-F238E27FC236}">
                    <a16:creationId xmlns:a16="http://schemas.microsoft.com/office/drawing/2014/main" id="{097602B2-71E1-4395-9C47-DE48B712AE8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40000" flipH="1">
                <a:off x="9551700" y="34763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85" name="Straight Connector 184">
                <a:extLst>
                  <a:ext uri="{FF2B5EF4-FFF2-40B4-BE49-F238E27FC236}">
                    <a16:creationId xmlns:a16="http://schemas.microsoft.com/office/drawing/2014/main" id="{7FC50570-F1A9-4DB3-A64D-3A21A588820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60000" flipH="1">
                <a:off x="9688748" y="36808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86" name="Straight Connector 185">
                <a:extLst>
                  <a:ext uri="{FF2B5EF4-FFF2-40B4-BE49-F238E27FC236}">
                    <a16:creationId xmlns:a16="http://schemas.microsoft.com/office/drawing/2014/main" id="{88E4F209-3FDA-4C17-A86D-59990132FF4D}"/>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40000" flipH="1">
                <a:off x="9824866" y="38922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87" name="Straight Connector 186">
                <a:extLst>
                  <a:ext uri="{FF2B5EF4-FFF2-40B4-BE49-F238E27FC236}">
                    <a16:creationId xmlns:a16="http://schemas.microsoft.com/office/drawing/2014/main" id="{9950C402-F8DC-4C99-90A8-CD67BDEC6CB4}"/>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60000" flipH="1">
                <a:off x="9966867" y="41754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88" name="Straight Connector 187">
                <a:extLst>
                  <a:ext uri="{FF2B5EF4-FFF2-40B4-BE49-F238E27FC236}">
                    <a16:creationId xmlns:a16="http://schemas.microsoft.com/office/drawing/2014/main" id="{76483FEF-FBDD-456C-AD52-B6D166FB1C0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780000" flipH="1">
                <a:off x="10104425" y="44587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89" name="Straight Connector 188">
                <a:extLst>
                  <a:ext uri="{FF2B5EF4-FFF2-40B4-BE49-F238E27FC236}">
                    <a16:creationId xmlns:a16="http://schemas.microsoft.com/office/drawing/2014/main" id="{DA316CA5-D470-4E6D-A6E8-D35DB7725D2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900000" flipH="1">
                <a:off x="10240513" y="47948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90" name="Straight Connector 189">
                <a:extLst>
                  <a:ext uri="{FF2B5EF4-FFF2-40B4-BE49-F238E27FC236}">
                    <a16:creationId xmlns:a16="http://schemas.microsoft.com/office/drawing/2014/main" id="{8BFA4937-71AA-4400-8DCD-20E5DF05017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080000" flipH="1">
                <a:off x="10373882" y="52435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91" name="Straight Connector 190">
                <a:extLst>
                  <a:ext uri="{FF2B5EF4-FFF2-40B4-BE49-F238E27FC236}">
                    <a16:creationId xmlns:a16="http://schemas.microsoft.com/office/drawing/2014/main" id="{768FA0D4-7119-47B3-8329-0978770774F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200000" flipH="1">
                <a:off x="10505632" y="57062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92" name="Straight Connector 191">
                <a:extLst>
                  <a:ext uri="{FF2B5EF4-FFF2-40B4-BE49-F238E27FC236}">
                    <a16:creationId xmlns:a16="http://schemas.microsoft.com/office/drawing/2014/main" id="{62C433AC-8114-47CC-9467-FCB5FE9807B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320000" flipH="1">
                <a:off x="10637382" y="62134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93" name="Straight Connector 192">
                <a:extLst>
                  <a:ext uri="{FF2B5EF4-FFF2-40B4-BE49-F238E27FC236}">
                    <a16:creationId xmlns:a16="http://schemas.microsoft.com/office/drawing/2014/main" id="{BF9CB489-BA36-4004-A019-75FBA23CCB9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440000" flipH="1">
                <a:off x="10760965" y="69043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94" name="Straight Connector 193">
                <a:extLst>
                  <a:ext uri="{FF2B5EF4-FFF2-40B4-BE49-F238E27FC236}">
                    <a16:creationId xmlns:a16="http://schemas.microsoft.com/office/drawing/2014/main" id="{B4C060E4-E790-4A31-B683-EA834FCF4E2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620000" flipH="1">
                <a:off x="10888991" y="75509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95" name="Straight Connector 194">
                <a:extLst>
                  <a:ext uri="{FF2B5EF4-FFF2-40B4-BE49-F238E27FC236}">
                    <a16:creationId xmlns:a16="http://schemas.microsoft.com/office/drawing/2014/main" id="{13F00D2A-400F-4678-BB33-16B61650F47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740000" flipH="1">
                <a:off x="11010193" y="81974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96" name="Straight Connector 195">
                <a:extLst>
                  <a:ext uri="{FF2B5EF4-FFF2-40B4-BE49-F238E27FC236}">
                    <a16:creationId xmlns:a16="http://schemas.microsoft.com/office/drawing/2014/main" id="{46AABFD4-3727-4DF4-933A-C0A090248A8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860000" flipH="1">
                <a:off x="11129014" y="895662"/>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97" name="Straight Connector 196">
                <a:extLst>
                  <a:ext uri="{FF2B5EF4-FFF2-40B4-BE49-F238E27FC236}">
                    <a16:creationId xmlns:a16="http://schemas.microsoft.com/office/drawing/2014/main" id="{6CC40A87-D067-41BF-B368-A197EC0D9DF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980000" flipH="1">
                <a:off x="11249872" y="96809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98" name="Straight Connector 197">
                <a:extLst>
                  <a:ext uri="{FF2B5EF4-FFF2-40B4-BE49-F238E27FC236}">
                    <a16:creationId xmlns:a16="http://schemas.microsoft.com/office/drawing/2014/main" id="{E116F92B-7098-4139-AC77-75B4CE3323F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160000" flipH="1">
                <a:off x="11366875" y="104808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99" name="Straight Connector 198">
                <a:extLst>
                  <a:ext uri="{FF2B5EF4-FFF2-40B4-BE49-F238E27FC236}">
                    <a16:creationId xmlns:a16="http://schemas.microsoft.com/office/drawing/2014/main" id="{CFDF485C-38E7-4C0D-A2A7-3F1DE3B918A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280000" flipH="1">
                <a:off x="11474058" y="113152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00" name="Straight Connector 199">
                <a:extLst>
                  <a:ext uri="{FF2B5EF4-FFF2-40B4-BE49-F238E27FC236}">
                    <a16:creationId xmlns:a16="http://schemas.microsoft.com/office/drawing/2014/main" id="{BF6DBD12-21A0-4F07-953F-D3B3486C151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400000" flipH="1">
                <a:off x="11583303" y="122179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01" name="Straight Connector 200">
                <a:extLst>
                  <a:ext uri="{FF2B5EF4-FFF2-40B4-BE49-F238E27FC236}">
                    <a16:creationId xmlns:a16="http://schemas.microsoft.com/office/drawing/2014/main" id="{554F4E42-5B16-41F4-8FF4-2EB134C1FE1D}"/>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520000" flipH="1">
                <a:off x="11685344" y="1321772"/>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02" name="Straight Connector 201">
                <a:extLst>
                  <a:ext uri="{FF2B5EF4-FFF2-40B4-BE49-F238E27FC236}">
                    <a16:creationId xmlns:a16="http://schemas.microsoft.com/office/drawing/2014/main" id="{6F4CC20F-EBF6-4AFE-9A4F-68ACC7513B4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700000" flipH="1">
                <a:off x="11787704" y="141763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03" name="Straight Connector 202">
                <a:extLst>
                  <a:ext uri="{FF2B5EF4-FFF2-40B4-BE49-F238E27FC236}">
                    <a16:creationId xmlns:a16="http://schemas.microsoft.com/office/drawing/2014/main" id="{FA745DE2-9816-4D5B-BB41-BE1874612FF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820000" flipH="1">
                <a:off x="11880859" y="151793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04" name="Straight Connector 203">
                <a:extLst>
                  <a:ext uri="{FF2B5EF4-FFF2-40B4-BE49-F238E27FC236}">
                    <a16:creationId xmlns:a16="http://schemas.microsoft.com/office/drawing/2014/main" id="{D5B5D721-5554-457C-BE2F-BCA2505CADF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940000" flipH="1">
                <a:off x="11969252" y="1627437"/>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05" name="Straight Connector 204">
                <a:extLst>
                  <a:ext uri="{FF2B5EF4-FFF2-40B4-BE49-F238E27FC236}">
                    <a16:creationId xmlns:a16="http://schemas.microsoft.com/office/drawing/2014/main" id="{BAFF390C-48FB-4FA5-998E-6DDDF9D2B41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060000" flipH="1">
                <a:off x="12062016" y="173601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06" name="Straight Connector 205">
                <a:extLst>
                  <a:ext uri="{FF2B5EF4-FFF2-40B4-BE49-F238E27FC236}">
                    <a16:creationId xmlns:a16="http://schemas.microsoft.com/office/drawing/2014/main" id="{F4B2E647-1CF4-4AF8-9AF5-8EAB6D6E888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2074680" y="1910249"/>
                <a:ext cx="117320" cy="82912"/>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07" name="Straight Connector 206">
                <a:extLst>
                  <a:ext uri="{FF2B5EF4-FFF2-40B4-BE49-F238E27FC236}">
                    <a16:creationId xmlns:a16="http://schemas.microsoft.com/office/drawing/2014/main" id="{46DA8C50-AA32-47D8-8DCB-DE9624E60EF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2149943" y="2083594"/>
                <a:ext cx="39676" cy="21436"/>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08" name="Straight Connector 207">
                <a:extLst>
                  <a:ext uri="{FF2B5EF4-FFF2-40B4-BE49-F238E27FC236}">
                    <a16:creationId xmlns:a16="http://schemas.microsoft.com/office/drawing/2014/main" id="{51ED6412-8EBC-4680-B7D2-65A4F73BBBD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80000" flipH="1">
                <a:off x="9127990" y="33425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09" name="Straight Connector 208">
                <a:extLst>
                  <a:ext uri="{FF2B5EF4-FFF2-40B4-BE49-F238E27FC236}">
                    <a16:creationId xmlns:a16="http://schemas.microsoft.com/office/drawing/2014/main" id="{2983F033-A214-4959-956E-4B50B7AC660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00000" flipH="1">
                <a:off x="8987576" y="33663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10" name="Straight Connector 209">
                <a:extLst>
                  <a:ext uri="{FF2B5EF4-FFF2-40B4-BE49-F238E27FC236}">
                    <a16:creationId xmlns:a16="http://schemas.microsoft.com/office/drawing/2014/main" id="{A77F30C3-5A8C-4BEB-95C1-A7B9C0961F3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20000" flipH="1">
                <a:off x="8844859" y="35117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11" name="Straight Connector 210">
                <a:extLst>
                  <a:ext uri="{FF2B5EF4-FFF2-40B4-BE49-F238E27FC236}">
                    <a16:creationId xmlns:a16="http://schemas.microsoft.com/office/drawing/2014/main" id="{99A432F5-9A86-437C-8108-7945FA72EC4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40000" flipH="1">
                <a:off x="8706904" y="36571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12" name="Straight Connector 211">
                <a:extLst>
                  <a:ext uri="{FF2B5EF4-FFF2-40B4-BE49-F238E27FC236}">
                    <a16:creationId xmlns:a16="http://schemas.microsoft.com/office/drawing/2014/main" id="{4F8B1465-BA18-4D1C-ADED-D4BAA7638AA4}"/>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720000" flipH="1">
                <a:off x="8568008" y="38789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13" name="Straight Connector 212">
                <a:extLst>
                  <a:ext uri="{FF2B5EF4-FFF2-40B4-BE49-F238E27FC236}">
                    <a16:creationId xmlns:a16="http://schemas.microsoft.com/office/drawing/2014/main" id="{45DD7842-E27E-4461-B9C8-63AD2F0C44F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840000" flipH="1">
                <a:off x="8429112" y="41006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14" name="Straight Connector 213">
                <a:extLst>
                  <a:ext uri="{FF2B5EF4-FFF2-40B4-BE49-F238E27FC236}">
                    <a16:creationId xmlns:a16="http://schemas.microsoft.com/office/drawing/2014/main" id="{3C45934F-49A5-4EDB-A9A3-5540D74AB1A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960000" flipH="1">
                <a:off x="8294968" y="44621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15" name="Straight Connector 214">
                <a:extLst>
                  <a:ext uri="{FF2B5EF4-FFF2-40B4-BE49-F238E27FC236}">
                    <a16:creationId xmlns:a16="http://schemas.microsoft.com/office/drawing/2014/main" id="{EEF9B0E3-0DC0-4D03-A02B-8F62D905F4F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080000" flipH="1">
                <a:off x="8160824" y="48237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16" name="Straight Connector 215">
                <a:extLst>
                  <a:ext uri="{FF2B5EF4-FFF2-40B4-BE49-F238E27FC236}">
                    <a16:creationId xmlns:a16="http://schemas.microsoft.com/office/drawing/2014/main" id="{2B1998C4-BF81-4332-A399-AD43467F677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260000" flipH="1">
                <a:off x="8027689" y="53184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17" name="Straight Connector 216">
                <a:extLst>
                  <a:ext uri="{FF2B5EF4-FFF2-40B4-BE49-F238E27FC236}">
                    <a16:creationId xmlns:a16="http://schemas.microsoft.com/office/drawing/2014/main" id="{44CFAF52-7684-46F2-8DFD-70A7F36DB0E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380000" flipH="1">
                <a:off x="7894554" y="58132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18" name="Straight Connector 217">
                <a:extLst>
                  <a:ext uri="{FF2B5EF4-FFF2-40B4-BE49-F238E27FC236}">
                    <a16:creationId xmlns:a16="http://schemas.microsoft.com/office/drawing/2014/main" id="{93EFB5D1-BDF7-40B6-BBEA-D489CE79F154}"/>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500000" flipH="1">
                <a:off x="7761419" y="63079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19" name="Straight Connector 218">
                <a:extLst>
                  <a:ext uri="{FF2B5EF4-FFF2-40B4-BE49-F238E27FC236}">
                    <a16:creationId xmlns:a16="http://schemas.microsoft.com/office/drawing/2014/main" id="{B5A98777-A259-461F-A9B2-21DFC45C179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620000" flipH="1">
                <a:off x="7636645" y="68980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20" name="Straight Connector 219">
                <a:extLst>
                  <a:ext uri="{FF2B5EF4-FFF2-40B4-BE49-F238E27FC236}">
                    <a16:creationId xmlns:a16="http://schemas.microsoft.com/office/drawing/2014/main" id="{0F795195-D966-482A-8D47-6265C00F6D0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800000" flipH="1">
                <a:off x="7511871" y="75119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21" name="Straight Connector 220">
                <a:extLst>
                  <a:ext uri="{FF2B5EF4-FFF2-40B4-BE49-F238E27FC236}">
                    <a16:creationId xmlns:a16="http://schemas.microsoft.com/office/drawing/2014/main" id="{6E881E12-FFE1-441E-B36B-804289472BA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920000" flipH="1">
                <a:off x="7387899" y="81977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22" name="Straight Connector 221">
                <a:extLst>
                  <a:ext uri="{FF2B5EF4-FFF2-40B4-BE49-F238E27FC236}">
                    <a16:creationId xmlns:a16="http://schemas.microsoft.com/office/drawing/2014/main" id="{61DBEB97-C3B3-4646-9760-227E20B1555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040000" flipH="1">
                <a:off x="7268530" y="89316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23" name="Straight Connector 222">
                <a:extLst>
                  <a:ext uri="{FF2B5EF4-FFF2-40B4-BE49-F238E27FC236}">
                    <a16:creationId xmlns:a16="http://schemas.microsoft.com/office/drawing/2014/main" id="{0BA17FBA-A611-4CA2-9CDC-E073B889C4C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160000" flipH="1">
                <a:off x="7152030" y="97658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24" name="Straight Connector 223">
                <a:extLst>
                  <a:ext uri="{FF2B5EF4-FFF2-40B4-BE49-F238E27FC236}">
                    <a16:creationId xmlns:a16="http://schemas.microsoft.com/office/drawing/2014/main" id="{1B66F6D2-50DA-4E7A-8583-E9159CD9622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340000" flipH="1">
                <a:off x="7041695" y="106002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25" name="Straight Connector 224">
                <a:extLst>
                  <a:ext uri="{FF2B5EF4-FFF2-40B4-BE49-F238E27FC236}">
                    <a16:creationId xmlns:a16="http://schemas.microsoft.com/office/drawing/2014/main" id="{DD181CC7-8652-404A-B5C7-58004FD15F3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460000" flipH="1">
                <a:off x="6931360" y="114346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26" name="Straight Connector 225">
                <a:extLst>
                  <a:ext uri="{FF2B5EF4-FFF2-40B4-BE49-F238E27FC236}">
                    <a16:creationId xmlns:a16="http://schemas.microsoft.com/office/drawing/2014/main" id="{75706D69-47CD-47E3-83C9-EDB4EAF58C8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580000" flipH="1">
                <a:off x="6819070" y="123586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27" name="Straight Connector 226">
                <a:extLst>
                  <a:ext uri="{FF2B5EF4-FFF2-40B4-BE49-F238E27FC236}">
                    <a16:creationId xmlns:a16="http://schemas.microsoft.com/office/drawing/2014/main" id="{2ADC21AA-CD21-436C-A9D7-DC4167E5008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700000" flipH="1">
                <a:off x="6721359" y="133274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28" name="Straight Connector 227">
                <a:extLst>
                  <a:ext uri="{FF2B5EF4-FFF2-40B4-BE49-F238E27FC236}">
                    <a16:creationId xmlns:a16="http://schemas.microsoft.com/office/drawing/2014/main" id="{4702CCCC-772F-4AF1-8201-73C25371105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880000" flipH="1">
                <a:off x="6617467" y="142942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29" name="Straight Connector 228">
                <a:extLst>
                  <a:ext uri="{FF2B5EF4-FFF2-40B4-BE49-F238E27FC236}">
                    <a16:creationId xmlns:a16="http://schemas.microsoft.com/office/drawing/2014/main" id="{62AAD2B7-288B-42CF-804B-E33B84D747A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000000" flipH="1">
                <a:off x="6520032" y="152728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30" name="Straight Connector 229">
                <a:extLst>
                  <a:ext uri="{FF2B5EF4-FFF2-40B4-BE49-F238E27FC236}">
                    <a16:creationId xmlns:a16="http://schemas.microsoft.com/office/drawing/2014/main" id="{D51CCD7B-95EB-4EE4-BAED-4308C80BF36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120000" flipH="1">
                <a:off x="6429579" y="164161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31" name="Straight Connector 230">
                <a:extLst>
                  <a:ext uri="{FF2B5EF4-FFF2-40B4-BE49-F238E27FC236}">
                    <a16:creationId xmlns:a16="http://schemas.microsoft.com/office/drawing/2014/main" id="{F92C4B5C-D0FB-4C0A-B5FA-2C7DDF7625C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240000" flipH="1">
                <a:off x="6340532" y="175042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32" name="Straight Connector 231">
                <a:extLst>
                  <a:ext uri="{FF2B5EF4-FFF2-40B4-BE49-F238E27FC236}">
                    <a16:creationId xmlns:a16="http://schemas.microsoft.com/office/drawing/2014/main" id="{64D2931E-A280-496D-99C1-5C2A820CB4D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420000" flipH="1">
                <a:off x="6261757" y="186017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33" name="Straight Connector 232">
                <a:extLst>
                  <a:ext uri="{FF2B5EF4-FFF2-40B4-BE49-F238E27FC236}">
                    <a16:creationId xmlns:a16="http://schemas.microsoft.com/office/drawing/2014/main" id="{ED33CBE3-55B1-43CF-96B9-2E994EBCEA3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540000" flipH="1">
                <a:off x="6184144" y="197961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34" name="Straight Connector 233">
                <a:extLst>
                  <a:ext uri="{FF2B5EF4-FFF2-40B4-BE49-F238E27FC236}">
                    <a16:creationId xmlns:a16="http://schemas.microsoft.com/office/drawing/2014/main" id="{16C6D563-A48C-4E6B-AE46-2CCE38A6601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660000" flipH="1">
                <a:off x="6106531" y="209906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35" name="Straight Connector 234">
                <a:extLst>
                  <a:ext uri="{FF2B5EF4-FFF2-40B4-BE49-F238E27FC236}">
                    <a16:creationId xmlns:a16="http://schemas.microsoft.com/office/drawing/2014/main" id="{AD0ABECB-C92E-4F76-89A6-1334939CDF8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780000" flipH="1">
                <a:off x="6043206" y="222255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36" name="Straight Connector 235">
                <a:extLst>
                  <a:ext uri="{FF2B5EF4-FFF2-40B4-BE49-F238E27FC236}">
                    <a16:creationId xmlns:a16="http://schemas.microsoft.com/office/drawing/2014/main" id="{8C258514-FFA8-4DE3-9B25-D55705AC3BD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960000" flipH="1">
                <a:off x="5978913" y="234430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37" name="Straight Connector 236">
                <a:extLst>
                  <a:ext uri="{FF2B5EF4-FFF2-40B4-BE49-F238E27FC236}">
                    <a16:creationId xmlns:a16="http://schemas.microsoft.com/office/drawing/2014/main" id="{C2B9E312-EEBF-4783-B25E-D7DD0D6E712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080000" flipH="1">
                <a:off x="5912438" y="247067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38" name="Straight Connector 237">
                <a:extLst>
                  <a:ext uri="{FF2B5EF4-FFF2-40B4-BE49-F238E27FC236}">
                    <a16:creationId xmlns:a16="http://schemas.microsoft.com/office/drawing/2014/main" id="{7CB21139-A4D5-4D0F-9AD0-868FFC4240F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200000" flipH="1">
                <a:off x="5858875" y="2600922"/>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39" name="Straight Connector 238">
                <a:extLst>
                  <a:ext uri="{FF2B5EF4-FFF2-40B4-BE49-F238E27FC236}">
                    <a16:creationId xmlns:a16="http://schemas.microsoft.com/office/drawing/2014/main" id="{E72FF9AC-BC86-42FD-8DF7-72429C958CA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320000" flipH="1">
                <a:off x="5808182" y="273404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40" name="Straight Connector 239">
                <a:extLst>
                  <a:ext uri="{FF2B5EF4-FFF2-40B4-BE49-F238E27FC236}">
                    <a16:creationId xmlns:a16="http://schemas.microsoft.com/office/drawing/2014/main" id="{23D09EAB-27F8-4FAC-91C2-4942ABA7408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500000" flipH="1">
                <a:off x="5773263" y="286686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41" name="Straight Connector 240">
                <a:extLst>
                  <a:ext uri="{FF2B5EF4-FFF2-40B4-BE49-F238E27FC236}">
                    <a16:creationId xmlns:a16="http://schemas.microsoft.com/office/drawing/2014/main" id="{10D82CB2-C309-4CCD-9FB1-EF8F4407ECC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620000" flipH="1">
                <a:off x="5735963" y="300206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42" name="Straight Connector 241">
                <a:extLst>
                  <a:ext uri="{FF2B5EF4-FFF2-40B4-BE49-F238E27FC236}">
                    <a16:creationId xmlns:a16="http://schemas.microsoft.com/office/drawing/2014/main" id="{3625D6FE-BC58-4E33-B4E9-282D5CB75E0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740000" flipH="1">
                <a:off x="5700105" y="313891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43" name="Straight Connector 242">
                <a:extLst>
                  <a:ext uri="{FF2B5EF4-FFF2-40B4-BE49-F238E27FC236}">
                    <a16:creationId xmlns:a16="http://schemas.microsoft.com/office/drawing/2014/main" id="{2158CF66-DCD3-4627-9675-61B42A30371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860000" flipH="1">
                <a:off x="5665939" y="327548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44" name="Straight Connector 243">
                <a:extLst>
                  <a:ext uri="{FF2B5EF4-FFF2-40B4-BE49-F238E27FC236}">
                    <a16:creationId xmlns:a16="http://schemas.microsoft.com/office/drawing/2014/main" id="{44ED85B9-D0C1-4222-B4BC-E81876EC388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040000" flipH="1">
                <a:off x="5644476" y="341425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45" name="Straight Connector 244">
                <a:extLst>
                  <a:ext uri="{FF2B5EF4-FFF2-40B4-BE49-F238E27FC236}">
                    <a16:creationId xmlns:a16="http://schemas.microsoft.com/office/drawing/2014/main" id="{1299F075-06C0-46B8-A3F7-1D7E8D6001D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160000" flipH="1">
                <a:off x="5626530" y="355462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46" name="Straight Connector 245">
                <a:extLst>
                  <a:ext uri="{FF2B5EF4-FFF2-40B4-BE49-F238E27FC236}">
                    <a16:creationId xmlns:a16="http://schemas.microsoft.com/office/drawing/2014/main" id="{AEA87578-2C04-4651-A5BF-81D06050C9F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280000" flipH="1">
                <a:off x="5616429" y="369183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47" name="Straight Connector 246">
                <a:extLst>
                  <a:ext uri="{FF2B5EF4-FFF2-40B4-BE49-F238E27FC236}">
                    <a16:creationId xmlns:a16="http://schemas.microsoft.com/office/drawing/2014/main" id="{12A8551E-D8EB-40F2-AD25-87484A17D2F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400000" flipH="1">
                <a:off x="5611319" y="383537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48" name="Straight Connector 247">
                <a:extLst>
                  <a:ext uri="{FF2B5EF4-FFF2-40B4-BE49-F238E27FC236}">
                    <a16:creationId xmlns:a16="http://schemas.microsoft.com/office/drawing/2014/main" id="{AC1E0E32-3B75-404A-9165-57337825085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580000" flipH="1">
                <a:off x="5608540" y="397572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49" name="Straight Connector 248">
                <a:extLst>
                  <a:ext uri="{FF2B5EF4-FFF2-40B4-BE49-F238E27FC236}">
                    <a16:creationId xmlns:a16="http://schemas.microsoft.com/office/drawing/2014/main" id="{4A410333-16BA-443A-B24F-418ED775366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700000" flipH="1">
                <a:off x="5605761" y="411607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50" name="Straight Connector 249">
                <a:extLst>
                  <a:ext uri="{FF2B5EF4-FFF2-40B4-BE49-F238E27FC236}">
                    <a16:creationId xmlns:a16="http://schemas.microsoft.com/office/drawing/2014/main" id="{271589D1-7914-4EA7-B6B4-C1E7EA5FE674}"/>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820000" flipH="1">
                <a:off x="5624195" y="425421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51" name="Straight Connector 250">
                <a:extLst>
                  <a:ext uri="{FF2B5EF4-FFF2-40B4-BE49-F238E27FC236}">
                    <a16:creationId xmlns:a16="http://schemas.microsoft.com/office/drawing/2014/main" id="{E62A5ACA-F5D5-41F3-9549-06DB799C4D1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940000" flipH="1">
                <a:off x="5642629" y="439235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52" name="Straight Connector 251">
                <a:extLst>
                  <a:ext uri="{FF2B5EF4-FFF2-40B4-BE49-F238E27FC236}">
                    <a16:creationId xmlns:a16="http://schemas.microsoft.com/office/drawing/2014/main" id="{EA254CA6-3565-4CD0-8BEB-C94A533C011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120000" flipH="1">
                <a:off x="5654818" y="453638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53" name="Straight Connector 252">
                <a:extLst>
                  <a:ext uri="{FF2B5EF4-FFF2-40B4-BE49-F238E27FC236}">
                    <a16:creationId xmlns:a16="http://schemas.microsoft.com/office/drawing/2014/main" id="{E62203F9-E5BE-44F8-8D43-31EEF85E922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240000" flipH="1">
                <a:off x="5684446" y="4671367"/>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54" name="Straight Connector 253">
                <a:extLst>
                  <a:ext uri="{FF2B5EF4-FFF2-40B4-BE49-F238E27FC236}">
                    <a16:creationId xmlns:a16="http://schemas.microsoft.com/office/drawing/2014/main" id="{FC43FC58-4722-4D22-88C1-652EB165851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360000" flipH="1">
                <a:off x="5714074" y="480873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55" name="Straight Connector 254">
                <a:extLst>
                  <a:ext uri="{FF2B5EF4-FFF2-40B4-BE49-F238E27FC236}">
                    <a16:creationId xmlns:a16="http://schemas.microsoft.com/office/drawing/2014/main" id="{D4C87F1C-06F8-43CD-8920-F525A5504B5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480000" flipH="1">
                <a:off x="5748464" y="494847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56" name="Straight Connector 255">
                <a:extLst>
                  <a:ext uri="{FF2B5EF4-FFF2-40B4-BE49-F238E27FC236}">
                    <a16:creationId xmlns:a16="http://schemas.microsoft.com/office/drawing/2014/main" id="{F75BF2BA-0DFF-4812-986E-9F2286A9F464}"/>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660000" flipH="1">
                <a:off x="5792091" y="5077607"/>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57" name="Straight Connector 256">
                <a:extLst>
                  <a:ext uri="{FF2B5EF4-FFF2-40B4-BE49-F238E27FC236}">
                    <a16:creationId xmlns:a16="http://schemas.microsoft.com/office/drawing/2014/main" id="{7B79CBCB-DE00-4F16-A2FC-E54EF816BA34}"/>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780000" flipH="1">
                <a:off x="5847441" y="521122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58" name="Straight Connector 257">
                <a:extLst>
                  <a:ext uri="{FF2B5EF4-FFF2-40B4-BE49-F238E27FC236}">
                    <a16:creationId xmlns:a16="http://schemas.microsoft.com/office/drawing/2014/main" id="{DEA1374B-AC49-4266-965E-1F9CD9E53BC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900000" flipH="1">
                <a:off x="5900410" y="534245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59" name="Straight Connector 258">
                <a:extLst>
                  <a:ext uri="{FF2B5EF4-FFF2-40B4-BE49-F238E27FC236}">
                    <a16:creationId xmlns:a16="http://schemas.microsoft.com/office/drawing/2014/main" id="{325DE178-9F40-48D5-B0A9-4B032474225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7020000" flipH="1">
                <a:off x="5955760" y="547369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grpSp>
      </p:grpSp>
      <p:grpSp>
        <p:nvGrpSpPr>
          <p:cNvPr id="261" name="Group 260">
            <a:extLst>
              <a:ext uri="{FF2B5EF4-FFF2-40B4-BE49-F238E27FC236}">
                <a16:creationId xmlns:a16="http://schemas.microsoft.com/office/drawing/2014/main" id="{29858C9E-401F-4216-8087-A25D1B58814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5392608">
            <a:off x="7397406" y="-618857"/>
            <a:ext cx="4915057" cy="4271437"/>
            <a:chOff x="5281603" y="104899"/>
            <a:chExt cx="6910397" cy="6005491"/>
          </a:xfrm>
        </p:grpSpPr>
        <p:sp>
          <p:nvSpPr>
            <p:cNvPr id="262" name="Freeform 17">
              <a:extLst>
                <a:ext uri="{FF2B5EF4-FFF2-40B4-BE49-F238E27FC236}">
                  <a16:creationId xmlns:a16="http://schemas.microsoft.com/office/drawing/2014/main" id="{D963FBC5-E6AD-44F8-AF49-6F5B5BF9DB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281603" y="104899"/>
              <a:ext cx="6896713" cy="6005491"/>
            </a:xfrm>
            <a:custGeom>
              <a:avLst/>
              <a:gdLst>
                <a:gd name="connsiteX0" fmla="*/ 3912717 w 6896713"/>
                <a:gd name="connsiteY0" fmla="*/ 0 h 6005491"/>
                <a:gd name="connsiteX1" fmla="*/ 6679426 w 6896713"/>
                <a:gd name="connsiteY1" fmla="*/ 1146008 h 6005491"/>
                <a:gd name="connsiteX2" fmla="*/ 6896713 w 6896713"/>
                <a:gd name="connsiteY2" fmla="*/ 1385085 h 6005491"/>
                <a:gd name="connsiteX3" fmla="*/ 6896713 w 6896713"/>
                <a:gd name="connsiteY3" fmla="*/ 1431256 h 6005491"/>
                <a:gd name="connsiteX4" fmla="*/ 6657442 w 6896713"/>
                <a:gd name="connsiteY4" fmla="*/ 1167992 h 6005491"/>
                <a:gd name="connsiteX5" fmla="*/ 3912717 w 6896713"/>
                <a:gd name="connsiteY5" fmla="*/ 31089 h 6005491"/>
                <a:gd name="connsiteX6" fmla="*/ 31089 w 6896713"/>
                <a:gd name="connsiteY6" fmla="*/ 3912717 h 6005491"/>
                <a:gd name="connsiteX7" fmla="*/ 593046 w 6896713"/>
                <a:gd name="connsiteY7" fmla="*/ 5925483 h 6005491"/>
                <a:gd name="connsiteX8" fmla="*/ 633874 w 6896713"/>
                <a:gd name="connsiteY8" fmla="*/ 5989169 h 6005491"/>
                <a:gd name="connsiteX9" fmla="*/ 607415 w 6896713"/>
                <a:gd name="connsiteY9" fmla="*/ 6005491 h 6005491"/>
                <a:gd name="connsiteX10" fmla="*/ 566458 w 6896713"/>
                <a:gd name="connsiteY10" fmla="*/ 5941603 h 6005491"/>
                <a:gd name="connsiteX11" fmla="*/ 0 w 6896713"/>
                <a:gd name="connsiteY11" fmla="*/ 3912717 h 6005491"/>
                <a:gd name="connsiteX12" fmla="*/ 3912717 w 6896713"/>
                <a:gd name="connsiteY12" fmla="*/ 0 h 6005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896713" h="6005491">
                  <a:moveTo>
                    <a:pt x="3912717" y="0"/>
                  </a:moveTo>
                  <a:cubicBezTo>
                    <a:pt x="4993184" y="0"/>
                    <a:pt x="5971363" y="437946"/>
                    <a:pt x="6679426" y="1146008"/>
                  </a:cubicBezTo>
                  <a:lnTo>
                    <a:pt x="6896713" y="1385085"/>
                  </a:lnTo>
                  <a:lnTo>
                    <a:pt x="6896713" y="1431256"/>
                  </a:lnTo>
                  <a:lnTo>
                    <a:pt x="6657442" y="1167992"/>
                  </a:lnTo>
                  <a:cubicBezTo>
                    <a:pt x="5955006" y="465555"/>
                    <a:pt x="4984599" y="31089"/>
                    <a:pt x="3912717" y="31089"/>
                  </a:cubicBezTo>
                  <a:cubicBezTo>
                    <a:pt x="1768953" y="31089"/>
                    <a:pt x="31089" y="1768953"/>
                    <a:pt x="31089" y="3912717"/>
                  </a:cubicBezTo>
                  <a:cubicBezTo>
                    <a:pt x="31089" y="4649636"/>
                    <a:pt x="236442" y="5338592"/>
                    <a:pt x="593046" y="5925483"/>
                  </a:cubicBezTo>
                  <a:lnTo>
                    <a:pt x="633874" y="5989169"/>
                  </a:lnTo>
                  <a:lnTo>
                    <a:pt x="607415" y="6005491"/>
                  </a:lnTo>
                  <a:lnTo>
                    <a:pt x="566458" y="5941603"/>
                  </a:lnTo>
                  <a:cubicBezTo>
                    <a:pt x="206998" y="5350013"/>
                    <a:pt x="0" y="4655538"/>
                    <a:pt x="0" y="3912717"/>
                  </a:cubicBezTo>
                  <a:cubicBezTo>
                    <a:pt x="0" y="1751783"/>
                    <a:pt x="1751783" y="0"/>
                    <a:pt x="3912717" y="0"/>
                  </a:cubicBezTo>
                  <a:close/>
                </a:path>
              </a:pathLst>
            </a:custGeom>
            <a:solidFill>
              <a:srgbClr val="FFFFFF">
                <a:alpha val="2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63" name="Group 262">
              <a:extLst>
                <a:ext uri="{FF2B5EF4-FFF2-40B4-BE49-F238E27FC236}">
                  <a16:creationId xmlns:a16="http://schemas.microsoft.com/office/drawing/2014/main" id="{EF1F68DE-2C0A-4FBF-8033-8DFBB75AE20F}"/>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5516018" y="331504"/>
              <a:ext cx="6675982" cy="5235326"/>
              <a:chOff x="5516018" y="331504"/>
              <a:chExt cx="6675982" cy="5235326"/>
            </a:xfrm>
          </p:grpSpPr>
          <p:cxnSp>
            <p:nvCxnSpPr>
              <p:cNvPr id="264" name="Straight Connector 263">
                <a:extLst>
                  <a:ext uri="{FF2B5EF4-FFF2-40B4-BE49-F238E27FC236}">
                    <a16:creationId xmlns:a16="http://schemas.microsoft.com/office/drawing/2014/main" id="{1C147FEA-3E5D-4830-B91C-78418FE209F4}"/>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9266830" y="33150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65" name="Straight Connector 264">
                <a:extLst>
                  <a:ext uri="{FF2B5EF4-FFF2-40B4-BE49-F238E27FC236}">
                    <a16:creationId xmlns:a16="http://schemas.microsoft.com/office/drawing/2014/main" id="{C91F075D-8726-4FD6-BE73-EDCD7607303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20000" flipH="1">
                <a:off x="9408861" y="33832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66" name="Straight Connector 265">
                <a:extLst>
                  <a:ext uri="{FF2B5EF4-FFF2-40B4-BE49-F238E27FC236}">
                    <a16:creationId xmlns:a16="http://schemas.microsoft.com/office/drawing/2014/main" id="{0BDE3685-352D-4E32-9662-2C6C92E20FA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40000" flipH="1">
                <a:off x="9551700" y="34763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67" name="Straight Connector 266">
                <a:extLst>
                  <a:ext uri="{FF2B5EF4-FFF2-40B4-BE49-F238E27FC236}">
                    <a16:creationId xmlns:a16="http://schemas.microsoft.com/office/drawing/2014/main" id="{10A2922F-AA86-4B02-80C4-409D71A0AD7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60000" flipH="1">
                <a:off x="9688748" y="36808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68" name="Straight Connector 267">
                <a:extLst>
                  <a:ext uri="{FF2B5EF4-FFF2-40B4-BE49-F238E27FC236}">
                    <a16:creationId xmlns:a16="http://schemas.microsoft.com/office/drawing/2014/main" id="{A23C72B0-E133-40CF-A094-E239AD994B2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40000" flipH="1">
                <a:off x="9824866" y="38922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69" name="Straight Connector 268">
                <a:extLst>
                  <a:ext uri="{FF2B5EF4-FFF2-40B4-BE49-F238E27FC236}">
                    <a16:creationId xmlns:a16="http://schemas.microsoft.com/office/drawing/2014/main" id="{63F2DFC9-23E2-4429-911D-AA55B034054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60000" flipH="1">
                <a:off x="9966867" y="41754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70" name="Straight Connector 269">
                <a:extLst>
                  <a:ext uri="{FF2B5EF4-FFF2-40B4-BE49-F238E27FC236}">
                    <a16:creationId xmlns:a16="http://schemas.microsoft.com/office/drawing/2014/main" id="{E71590EC-7AA6-47B3-AFF5-6E9A1B8B1C7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780000" flipH="1">
                <a:off x="10104425" y="44587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71" name="Straight Connector 270">
                <a:extLst>
                  <a:ext uri="{FF2B5EF4-FFF2-40B4-BE49-F238E27FC236}">
                    <a16:creationId xmlns:a16="http://schemas.microsoft.com/office/drawing/2014/main" id="{23C6AC81-5D5E-4224-B222-B731E90F1C7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900000" flipH="1">
                <a:off x="10240513" y="47948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72" name="Straight Connector 271">
                <a:extLst>
                  <a:ext uri="{FF2B5EF4-FFF2-40B4-BE49-F238E27FC236}">
                    <a16:creationId xmlns:a16="http://schemas.microsoft.com/office/drawing/2014/main" id="{164FB43F-3082-49BF-A7C5-72A42773D43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080000" flipH="1">
                <a:off x="10373882" y="52435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73" name="Straight Connector 272">
                <a:extLst>
                  <a:ext uri="{FF2B5EF4-FFF2-40B4-BE49-F238E27FC236}">
                    <a16:creationId xmlns:a16="http://schemas.microsoft.com/office/drawing/2014/main" id="{C9F3EE03-5655-4428-86AC-F579E8F339B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200000" flipH="1">
                <a:off x="10505632" y="57062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74" name="Straight Connector 273">
                <a:extLst>
                  <a:ext uri="{FF2B5EF4-FFF2-40B4-BE49-F238E27FC236}">
                    <a16:creationId xmlns:a16="http://schemas.microsoft.com/office/drawing/2014/main" id="{EF7335E6-5FFD-4206-9AF0-1791A88C9A0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320000" flipH="1">
                <a:off x="10637382" y="62134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75" name="Straight Connector 274">
                <a:extLst>
                  <a:ext uri="{FF2B5EF4-FFF2-40B4-BE49-F238E27FC236}">
                    <a16:creationId xmlns:a16="http://schemas.microsoft.com/office/drawing/2014/main" id="{CE837EB7-EE63-4B6B-9334-1B8055AD9F3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440000" flipH="1">
                <a:off x="10760965" y="69043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76" name="Straight Connector 275">
                <a:extLst>
                  <a:ext uri="{FF2B5EF4-FFF2-40B4-BE49-F238E27FC236}">
                    <a16:creationId xmlns:a16="http://schemas.microsoft.com/office/drawing/2014/main" id="{4EE8D5FB-B44C-43C8-A4F4-D786090733F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620000" flipH="1">
                <a:off x="10888991" y="75509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77" name="Straight Connector 276">
                <a:extLst>
                  <a:ext uri="{FF2B5EF4-FFF2-40B4-BE49-F238E27FC236}">
                    <a16:creationId xmlns:a16="http://schemas.microsoft.com/office/drawing/2014/main" id="{8847AA0E-6A2D-41F5-A9B5-3A2F3B87528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740000" flipH="1">
                <a:off x="11010193" y="81974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78" name="Straight Connector 277">
                <a:extLst>
                  <a:ext uri="{FF2B5EF4-FFF2-40B4-BE49-F238E27FC236}">
                    <a16:creationId xmlns:a16="http://schemas.microsoft.com/office/drawing/2014/main" id="{9E4D651B-C768-4CBE-B971-A3CA38D803F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860000" flipH="1">
                <a:off x="11129014" y="895662"/>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79" name="Straight Connector 278">
                <a:extLst>
                  <a:ext uri="{FF2B5EF4-FFF2-40B4-BE49-F238E27FC236}">
                    <a16:creationId xmlns:a16="http://schemas.microsoft.com/office/drawing/2014/main" id="{913496D3-4182-4D80-9A16-89DBB740861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980000" flipH="1">
                <a:off x="11249872" y="96809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80" name="Straight Connector 279">
                <a:extLst>
                  <a:ext uri="{FF2B5EF4-FFF2-40B4-BE49-F238E27FC236}">
                    <a16:creationId xmlns:a16="http://schemas.microsoft.com/office/drawing/2014/main" id="{088D4C91-F0F7-4549-B54A-CC855FD3A78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160000" flipH="1">
                <a:off x="11366875" y="104808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81" name="Straight Connector 280">
                <a:extLst>
                  <a:ext uri="{FF2B5EF4-FFF2-40B4-BE49-F238E27FC236}">
                    <a16:creationId xmlns:a16="http://schemas.microsoft.com/office/drawing/2014/main" id="{84885948-783E-4197-B942-2DDCD542EA6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280000" flipH="1">
                <a:off x="11474058" y="113152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82" name="Straight Connector 281">
                <a:extLst>
                  <a:ext uri="{FF2B5EF4-FFF2-40B4-BE49-F238E27FC236}">
                    <a16:creationId xmlns:a16="http://schemas.microsoft.com/office/drawing/2014/main" id="{2837E330-008B-45A6-98A5-CE7D6FBBE10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400000" flipH="1">
                <a:off x="11583303" y="122179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83" name="Straight Connector 282">
                <a:extLst>
                  <a:ext uri="{FF2B5EF4-FFF2-40B4-BE49-F238E27FC236}">
                    <a16:creationId xmlns:a16="http://schemas.microsoft.com/office/drawing/2014/main" id="{DD807602-B947-4984-8017-D89F3B0ADBA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520000" flipH="1">
                <a:off x="11685344" y="1321772"/>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84" name="Straight Connector 283">
                <a:extLst>
                  <a:ext uri="{FF2B5EF4-FFF2-40B4-BE49-F238E27FC236}">
                    <a16:creationId xmlns:a16="http://schemas.microsoft.com/office/drawing/2014/main" id="{57AA37C4-9C24-41F1-98CA-BBD9BE15956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700000" flipH="1">
                <a:off x="11787704" y="141763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85" name="Straight Connector 284">
                <a:extLst>
                  <a:ext uri="{FF2B5EF4-FFF2-40B4-BE49-F238E27FC236}">
                    <a16:creationId xmlns:a16="http://schemas.microsoft.com/office/drawing/2014/main" id="{692CF8CD-056F-4556-939F-1EFF0FECEC1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820000" flipH="1">
                <a:off x="11880859" y="151793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86" name="Straight Connector 285">
                <a:extLst>
                  <a:ext uri="{FF2B5EF4-FFF2-40B4-BE49-F238E27FC236}">
                    <a16:creationId xmlns:a16="http://schemas.microsoft.com/office/drawing/2014/main" id="{A29F3FAC-18B2-4886-9A93-44B7AD01DF6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940000" flipH="1">
                <a:off x="11969252" y="1627437"/>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87" name="Straight Connector 286">
                <a:extLst>
                  <a:ext uri="{FF2B5EF4-FFF2-40B4-BE49-F238E27FC236}">
                    <a16:creationId xmlns:a16="http://schemas.microsoft.com/office/drawing/2014/main" id="{35B536E5-4149-49B5-8119-04FF4A5ACF3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060000" flipH="1">
                <a:off x="12062016" y="173601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88" name="Straight Connector 287">
                <a:extLst>
                  <a:ext uri="{FF2B5EF4-FFF2-40B4-BE49-F238E27FC236}">
                    <a16:creationId xmlns:a16="http://schemas.microsoft.com/office/drawing/2014/main" id="{4A2B8B6A-D5D3-4DAA-AB4B-A1C1086B408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2074680" y="1910249"/>
                <a:ext cx="117320" cy="82912"/>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89" name="Straight Connector 288">
                <a:extLst>
                  <a:ext uri="{FF2B5EF4-FFF2-40B4-BE49-F238E27FC236}">
                    <a16:creationId xmlns:a16="http://schemas.microsoft.com/office/drawing/2014/main" id="{F8E4C672-BE9E-4026-992B-B2FE6C13618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2149943" y="2083594"/>
                <a:ext cx="39676" cy="21436"/>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90" name="Straight Connector 289">
                <a:extLst>
                  <a:ext uri="{FF2B5EF4-FFF2-40B4-BE49-F238E27FC236}">
                    <a16:creationId xmlns:a16="http://schemas.microsoft.com/office/drawing/2014/main" id="{AC36DA4E-F1E7-4B68-ADA1-4F132BDCF23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80000" flipH="1">
                <a:off x="9127990" y="33425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91" name="Straight Connector 290">
                <a:extLst>
                  <a:ext uri="{FF2B5EF4-FFF2-40B4-BE49-F238E27FC236}">
                    <a16:creationId xmlns:a16="http://schemas.microsoft.com/office/drawing/2014/main" id="{EB5D2532-6A77-4DE1-8BB0-37AA33FD9F2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00000" flipH="1">
                <a:off x="8987576" y="33663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92" name="Straight Connector 291">
                <a:extLst>
                  <a:ext uri="{FF2B5EF4-FFF2-40B4-BE49-F238E27FC236}">
                    <a16:creationId xmlns:a16="http://schemas.microsoft.com/office/drawing/2014/main" id="{BF234A36-BE57-450D-BDA2-AD70152CF5C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20000" flipH="1">
                <a:off x="8844859" y="35117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93" name="Straight Connector 292">
                <a:extLst>
                  <a:ext uri="{FF2B5EF4-FFF2-40B4-BE49-F238E27FC236}">
                    <a16:creationId xmlns:a16="http://schemas.microsoft.com/office/drawing/2014/main" id="{D461473E-1290-4BD0-B4DF-3C95DCE0F61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40000" flipH="1">
                <a:off x="8706904" y="36571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94" name="Straight Connector 293">
                <a:extLst>
                  <a:ext uri="{FF2B5EF4-FFF2-40B4-BE49-F238E27FC236}">
                    <a16:creationId xmlns:a16="http://schemas.microsoft.com/office/drawing/2014/main" id="{50325318-A62D-4427-B613-AF5E076E3D3D}"/>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720000" flipH="1">
                <a:off x="8568008" y="38789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95" name="Straight Connector 294">
                <a:extLst>
                  <a:ext uri="{FF2B5EF4-FFF2-40B4-BE49-F238E27FC236}">
                    <a16:creationId xmlns:a16="http://schemas.microsoft.com/office/drawing/2014/main" id="{3F928DB9-6B46-43EF-A7CF-C4B9830CA51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840000" flipH="1">
                <a:off x="8429112" y="41006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96" name="Straight Connector 295">
                <a:extLst>
                  <a:ext uri="{FF2B5EF4-FFF2-40B4-BE49-F238E27FC236}">
                    <a16:creationId xmlns:a16="http://schemas.microsoft.com/office/drawing/2014/main" id="{BA011901-65F6-4D44-BD40-744878B6B2D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960000" flipH="1">
                <a:off x="8294968" y="44621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97" name="Straight Connector 296">
                <a:extLst>
                  <a:ext uri="{FF2B5EF4-FFF2-40B4-BE49-F238E27FC236}">
                    <a16:creationId xmlns:a16="http://schemas.microsoft.com/office/drawing/2014/main" id="{E838496B-B788-4873-9E1C-9B4442984E6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080000" flipH="1">
                <a:off x="8160824" y="48237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98" name="Straight Connector 297">
                <a:extLst>
                  <a:ext uri="{FF2B5EF4-FFF2-40B4-BE49-F238E27FC236}">
                    <a16:creationId xmlns:a16="http://schemas.microsoft.com/office/drawing/2014/main" id="{A15262F7-23A5-4A6B-BD2C-44CF82ECDEE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260000" flipH="1">
                <a:off x="8027689" y="53184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99" name="Straight Connector 298">
                <a:extLst>
                  <a:ext uri="{FF2B5EF4-FFF2-40B4-BE49-F238E27FC236}">
                    <a16:creationId xmlns:a16="http://schemas.microsoft.com/office/drawing/2014/main" id="{B5857A42-75EB-4FF2-AF41-2D612A687D34}"/>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380000" flipH="1">
                <a:off x="7894554" y="58132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00" name="Straight Connector 299">
                <a:extLst>
                  <a:ext uri="{FF2B5EF4-FFF2-40B4-BE49-F238E27FC236}">
                    <a16:creationId xmlns:a16="http://schemas.microsoft.com/office/drawing/2014/main" id="{3FC449E1-9573-406B-A201-3E897E668A4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500000" flipH="1">
                <a:off x="7761419" y="63079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01" name="Straight Connector 300">
                <a:extLst>
                  <a:ext uri="{FF2B5EF4-FFF2-40B4-BE49-F238E27FC236}">
                    <a16:creationId xmlns:a16="http://schemas.microsoft.com/office/drawing/2014/main" id="{71001847-954F-46EC-97E7-E38732517B9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620000" flipH="1">
                <a:off x="7636645" y="68980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02" name="Straight Connector 301">
                <a:extLst>
                  <a:ext uri="{FF2B5EF4-FFF2-40B4-BE49-F238E27FC236}">
                    <a16:creationId xmlns:a16="http://schemas.microsoft.com/office/drawing/2014/main" id="{F3B040FD-D427-4F90-8CFC-D4295224879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800000" flipH="1">
                <a:off x="7511871" y="75119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03" name="Straight Connector 302">
                <a:extLst>
                  <a:ext uri="{FF2B5EF4-FFF2-40B4-BE49-F238E27FC236}">
                    <a16:creationId xmlns:a16="http://schemas.microsoft.com/office/drawing/2014/main" id="{975C627A-78ED-4D2B-9F9E-26BE2C0A750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920000" flipH="1">
                <a:off x="7387899" y="81977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04" name="Straight Connector 303">
                <a:extLst>
                  <a:ext uri="{FF2B5EF4-FFF2-40B4-BE49-F238E27FC236}">
                    <a16:creationId xmlns:a16="http://schemas.microsoft.com/office/drawing/2014/main" id="{2523831A-B9F1-40EF-B113-873BEFA6609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040000" flipH="1">
                <a:off x="7268530" y="89316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05" name="Straight Connector 304">
                <a:extLst>
                  <a:ext uri="{FF2B5EF4-FFF2-40B4-BE49-F238E27FC236}">
                    <a16:creationId xmlns:a16="http://schemas.microsoft.com/office/drawing/2014/main" id="{07483313-610C-403C-811D-EE70A78046D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160000" flipH="1">
                <a:off x="7152030" y="97658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06" name="Straight Connector 305">
                <a:extLst>
                  <a:ext uri="{FF2B5EF4-FFF2-40B4-BE49-F238E27FC236}">
                    <a16:creationId xmlns:a16="http://schemas.microsoft.com/office/drawing/2014/main" id="{E1CE5A29-BB15-441C-B3CD-3D3EE2163DA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340000" flipH="1">
                <a:off x="7041695" y="106002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07" name="Straight Connector 306">
                <a:extLst>
                  <a:ext uri="{FF2B5EF4-FFF2-40B4-BE49-F238E27FC236}">
                    <a16:creationId xmlns:a16="http://schemas.microsoft.com/office/drawing/2014/main" id="{E476D005-3155-4DEF-88DE-068B497DED9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460000" flipH="1">
                <a:off x="6931360" y="114346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08" name="Straight Connector 307">
                <a:extLst>
                  <a:ext uri="{FF2B5EF4-FFF2-40B4-BE49-F238E27FC236}">
                    <a16:creationId xmlns:a16="http://schemas.microsoft.com/office/drawing/2014/main" id="{2628975E-6165-407B-8A45-7F23746BCC6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580000" flipH="1">
                <a:off x="6819070" y="123586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09" name="Straight Connector 308">
                <a:extLst>
                  <a:ext uri="{FF2B5EF4-FFF2-40B4-BE49-F238E27FC236}">
                    <a16:creationId xmlns:a16="http://schemas.microsoft.com/office/drawing/2014/main" id="{6A69F000-3171-47D5-8EFE-4F201716C07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700000" flipH="1">
                <a:off x="6721359" y="133274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10" name="Straight Connector 309">
                <a:extLst>
                  <a:ext uri="{FF2B5EF4-FFF2-40B4-BE49-F238E27FC236}">
                    <a16:creationId xmlns:a16="http://schemas.microsoft.com/office/drawing/2014/main" id="{60092325-1C07-4FBC-9C9C-42244C9B9DC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880000" flipH="1">
                <a:off x="6617467" y="142942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11" name="Straight Connector 310">
                <a:extLst>
                  <a:ext uri="{FF2B5EF4-FFF2-40B4-BE49-F238E27FC236}">
                    <a16:creationId xmlns:a16="http://schemas.microsoft.com/office/drawing/2014/main" id="{2A33CB00-75FF-4DFF-9D6A-CEF5EA2E260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000000" flipH="1">
                <a:off x="6520032" y="152728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12" name="Straight Connector 311">
                <a:extLst>
                  <a:ext uri="{FF2B5EF4-FFF2-40B4-BE49-F238E27FC236}">
                    <a16:creationId xmlns:a16="http://schemas.microsoft.com/office/drawing/2014/main" id="{139B85FF-580E-435C-8523-23A0352695B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120000" flipH="1">
                <a:off x="6429579" y="164161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13" name="Straight Connector 312">
                <a:extLst>
                  <a:ext uri="{FF2B5EF4-FFF2-40B4-BE49-F238E27FC236}">
                    <a16:creationId xmlns:a16="http://schemas.microsoft.com/office/drawing/2014/main" id="{C53E7419-AF0F-4B69-88BF-853EDC328C5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240000" flipH="1">
                <a:off x="6340532" y="175042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14" name="Straight Connector 313">
                <a:extLst>
                  <a:ext uri="{FF2B5EF4-FFF2-40B4-BE49-F238E27FC236}">
                    <a16:creationId xmlns:a16="http://schemas.microsoft.com/office/drawing/2014/main" id="{052C8AEF-9C9D-4737-BA0F-DBB3BF0C04C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420000" flipH="1">
                <a:off x="6261757" y="186017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15" name="Straight Connector 314">
                <a:extLst>
                  <a:ext uri="{FF2B5EF4-FFF2-40B4-BE49-F238E27FC236}">
                    <a16:creationId xmlns:a16="http://schemas.microsoft.com/office/drawing/2014/main" id="{6ADDDBC2-F0DB-4038-98D0-B38749D8C0E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540000" flipH="1">
                <a:off x="6184144" y="197961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16" name="Straight Connector 315">
                <a:extLst>
                  <a:ext uri="{FF2B5EF4-FFF2-40B4-BE49-F238E27FC236}">
                    <a16:creationId xmlns:a16="http://schemas.microsoft.com/office/drawing/2014/main" id="{E5F14C72-98E5-4A6C-BA03-5E105AA4D4C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660000" flipH="1">
                <a:off x="6106531" y="209906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17" name="Straight Connector 316">
                <a:extLst>
                  <a:ext uri="{FF2B5EF4-FFF2-40B4-BE49-F238E27FC236}">
                    <a16:creationId xmlns:a16="http://schemas.microsoft.com/office/drawing/2014/main" id="{9ACEF013-464E-44D2-9B83-863E69077E1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780000" flipH="1">
                <a:off x="6043206" y="222255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18" name="Straight Connector 317">
                <a:extLst>
                  <a:ext uri="{FF2B5EF4-FFF2-40B4-BE49-F238E27FC236}">
                    <a16:creationId xmlns:a16="http://schemas.microsoft.com/office/drawing/2014/main" id="{3141F09F-05CE-4CE9-9F5A-861FBC31A83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960000" flipH="1">
                <a:off x="5978913" y="234430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19" name="Straight Connector 318">
                <a:extLst>
                  <a:ext uri="{FF2B5EF4-FFF2-40B4-BE49-F238E27FC236}">
                    <a16:creationId xmlns:a16="http://schemas.microsoft.com/office/drawing/2014/main" id="{7ED70A3C-4B21-4941-9F11-00A51A748A0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080000" flipH="1">
                <a:off x="5912438" y="247067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20" name="Straight Connector 319">
                <a:extLst>
                  <a:ext uri="{FF2B5EF4-FFF2-40B4-BE49-F238E27FC236}">
                    <a16:creationId xmlns:a16="http://schemas.microsoft.com/office/drawing/2014/main" id="{11927814-33EF-4FBA-95F7-4138C1C7CEC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200000" flipH="1">
                <a:off x="5858875" y="2600922"/>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21" name="Straight Connector 320">
                <a:extLst>
                  <a:ext uri="{FF2B5EF4-FFF2-40B4-BE49-F238E27FC236}">
                    <a16:creationId xmlns:a16="http://schemas.microsoft.com/office/drawing/2014/main" id="{F4D2B900-3BAC-4EE3-AB6E-9F3212F4DCA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320000" flipH="1">
                <a:off x="5808182" y="273404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22" name="Straight Connector 321">
                <a:extLst>
                  <a:ext uri="{FF2B5EF4-FFF2-40B4-BE49-F238E27FC236}">
                    <a16:creationId xmlns:a16="http://schemas.microsoft.com/office/drawing/2014/main" id="{FB00017B-AD65-4759-8A6A-B03C70E07BA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500000" flipH="1">
                <a:off x="5773263" y="286686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23" name="Straight Connector 322">
                <a:extLst>
                  <a:ext uri="{FF2B5EF4-FFF2-40B4-BE49-F238E27FC236}">
                    <a16:creationId xmlns:a16="http://schemas.microsoft.com/office/drawing/2014/main" id="{22C4A8E2-640F-4D30-99EC-A2D2B0FD6E5D}"/>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620000" flipH="1">
                <a:off x="5735963" y="300206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24" name="Straight Connector 323">
                <a:extLst>
                  <a:ext uri="{FF2B5EF4-FFF2-40B4-BE49-F238E27FC236}">
                    <a16:creationId xmlns:a16="http://schemas.microsoft.com/office/drawing/2014/main" id="{9492085E-DF05-4380-B8C2-93832478CFE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740000" flipH="1">
                <a:off x="5700105" y="313891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25" name="Straight Connector 324">
                <a:extLst>
                  <a:ext uri="{FF2B5EF4-FFF2-40B4-BE49-F238E27FC236}">
                    <a16:creationId xmlns:a16="http://schemas.microsoft.com/office/drawing/2014/main" id="{49750F82-33DB-42EE-B31F-CC5DE7EBA14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860000" flipH="1">
                <a:off x="5665939" y="327548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26" name="Straight Connector 325">
                <a:extLst>
                  <a:ext uri="{FF2B5EF4-FFF2-40B4-BE49-F238E27FC236}">
                    <a16:creationId xmlns:a16="http://schemas.microsoft.com/office/drawing/2014/main" id="{60B9848F-8B4C-4440-9BF6-98A4F3F72C0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040000" flipH="1">
                <a:off x="5644476" y="341425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27" name="Straight Connector 326">
                <a:extLst>
                  <a:ext uri="{FF2B5EF4-FFF2-40B4-BE49-F238E27FC236}">
                    <a16:creationId xmlns:a16="http://schemas.microsoft.com/office/drawing/2014/main" id="{E7AA0900-78F5-4163-807F-3DEE6DCBB10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160000" flipH="1">
                <a:off x="5626530" y="355462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28" name="Straight Connector 327">
                <a:extLst>
                  <a:ext uri="{FF2B5EF4-FFF2-40B4-BE49-F238E27FC236}">
                    <a16:creationId xmlns:a16="http://schemas.microsoft.com/office/drawing/2014/main" id="{0F627689-9632-474B-B3A8-EC1A82A36E6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280000" flipH="1">
                <a:off x="5616429" y="369183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29" name="Straight Connector 328">
                <a:extLst>
                  <a:ext uri="{FF2B5EF4-FFF2-40B4-BE49-F238E27FC236}">
                    <a16:creationId xmlns:a16="http://schemas.microsoft.com/office/drawing/2014/main" id="{71C6CB03-F81D-48A2-BF05-98D4EF2CC20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400000" flipH="1">
                <a:off x="5611319" y="383537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30" name="Straight Connector 329">
                <a:extLst>
                  <a:ext uri="{FF2B5EF4-FFF2-40B4-BE49-F238E27FC236}">
                    <a16:creationId xmlns:a16="http://schemas.microsoft.com/office/drawing/2014/main" id="{12FB4D2F-4789-48A1-A4AA-F318ED2BA5B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580000" flipH="1">
                <a:off x="5608540" y="397572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31" name="Straight Connector 330">
                <a:extLst>
                  <a:ext uri="{FF2B5EF4-FFF2-40B4-BE49-F238E27FC236}">
                    <a16:creationId xmlns:a16="http://schemas.microsoft.com/office/drawing/2014/main" id="{64B8907A-2A80-490C-AACF-678CA6DE19D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700000" flipH="1">
                <a:off x="5605761" y="411607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32" name="Straight Connector 331">
                <a:extLst>
                  <a:ext uri="{FF2B5EF4-FFF2-40B4-BE49-F238E27FC236}">
                    <a16:creationId xmlns:a16="http://schemas.microsoft.com/office/drawing/2014/main" id="{A175CCF3-4796-4C76-A92E-B495335FB45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820000" flipH="1">
                <a:off x="5624195" y="425421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33" name="Straight Connector 332">
                <a:extLst>
                  <a:ext uri="{FF2B5EF4-FFF2-40B4-BE49-F238E27FC236}">
                    <a16:creationId xmlns:a16="http://schemas.microsoft.com/office/drawing/2014/main" id="{8CFC6D15-64F3-449C-8C0B-3FCB2976D26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940000" flipH="1">
                <a:off x="5642629" y="439235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34" name="Straight Connector 333">
                <a:extLst>
                  <a:ext uri="{FF2B5EF4-FFF2-40B4-BE49-F238E27FC236}">
                    <a16:creationId xmlns:a16="http://schemas.microsoft.com/office/drawing/2014/main" id="{008AA4A6-DD28-4235-AAE3-CC28DF83430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120000" flipH="1">
                <a:off x="5654818" y="453638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35" name="Straight Connector 334">
                <a:extLst>
                  <a:ext uri="{FF2B5EF4-FFF2-40B4-BE49-F238E27FC236}">
                    <a16:creationId xmlns:a16="http://schemas.microsoft.com/office/drawing/2014/main" id="{3D393E8B-AAB8-4606-A4FA-815EDABDD12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240000" flipH="1">
                <a:off x="5684446" y="4671367"/>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36" name="Straight Connector 335">
                <a:extLst>
                  <a:ext uri="{FF2B5EF4-FFF2-40B4-BE49-F238E27FC236}">
                    <a16:creationId xmlns:a16="http://schemas.microsoft.com/office/drawing/2014/main" id="{8BA7B770-7EB6-4AC1-B028-9C45DEE440E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360000" flipH="1">
                <a:off x="5714074" y="480873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37" name="Straight Connector 336">
                <a:extLst>
                  <a:ext uri="{FF2B5EF4-FFF2-40B4-BE49-F238E27FC236}">
                    <a16:creationId xmlns:a16="http://schemas.microsoft.com/office/drawing/2014/main" id="{D87B822C-3951-4E65-A45D-7160FAC3FD0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480000" flipH="1">
                <a:off x="5748464" y="494847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38" name="Straight Connector 337">
                <a:extLst>
                  <a:ext uri="{FF2B5EF4-FFF2-40B4-BE49-F238E27FC236}">
                    <a16:creationId xmlns:a16="http://schemas.microsoft.com/office/drawing/2014/main" id="{54B9CDF0-DC54-4868-B60A-6840FDE6A29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660000" flipH="1">
                <a:off x="5792091" y="5077607"/>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39" name="Straight Connector 338">
                <a:extLst>
                  <a:ext uri="{FF2B5EF4-FFF2-40B4-BE49-F238E27FC236}">
                    <a16:creationId xmlns:a16="http://schemas.microsoft.com/office/drawing/2014/main" id="{3706BEC8-029B-4E0F-A55F-A552E1DE26C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780000" flipH="1">
                <a:off x="5847441" y="521122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40" name="Straight Connector 339">
                <a:extLst>
                  <a:ext uri="{FF2B5EF4-FFF2-40B4-BE49-F238E27FC236}">
                    <a16:creationId xmlns:a16="http://schemas.microsoft.com/office/drawing/2014/main" id="{25EBA5EB-4807-4E96-BA08-B6B74AE0405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900000" flipH="1">
                <a:off x="5900410" y="534245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41" name="Straight Connector 340">
                <a:extLst>
                  <a:ext uri="{FF2B5EF4-FFF2-40B4-BE49-F238E27FC236}">
                    <a16:creationId xmlns:a16="http://schemas.microsoft.com/office/drawing/2014/main" id="{5548885E-CABE-42B5-B06A-1E6B9B19811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7020000" flipH="1">
                <a:off x="5955760" y="547369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grpSp>
      </p:grpSp>
      <p:grpSp>
        <p:nvGrpSpPr>
          <p:cNvPr id="168" name="Google Shape;8147;p69">
            <a:extLst>
              <a:ext uri="{FF2B5EF4-FFF2-40B4-BE49-F238E27FC236}">
                <a16:creationId xmlns:a16="http://schemas.microsoft.com/office/drawing/2014/main" id="{BC4FBF72-79B3-413E-8D04-AA5FA4049D20}"/>
              </a:ext>
            </a:extLst>
          </p:cNvPr>
          <p:cNvGrpSpPr/>
          <p:nvPr/>
        </p:nvGrpSpPr>
        <p:grpSpPr>
          <a:xfrm rot="5400000">
            <a:off x="-408841" y="3218824"/>
            <a:ext cx="5250283" cy="1436303"/>
            <a:chOff x="998425" y="1182125"/>
            <a:chExt cx="1065400" cy="199500"/>
          </a:xfrm>
        </p:grpSpPr>
        <p:sp>
          <p:nvSpPr>
            <p:cNvPr id="169" name="Google Shape;8148;p69">
              <a:extLst>
                <a:ext uri="{FF2B5EF4-FFF2-40B4-BE49-F238E27FC236}">
                  <a16:creationId xmlns:a16="http://schemas.microsoft.com/office/drawing/2014/main" id="{A3A2DAD9-C834-403F-A6EA-11D911A8EF94}"/>
                </a:ext>
              </a:extLst>
            </p:cNvPr>
            <p:cNvSpPr/>
            <p:nvPr/>
          </p:nvSpPr>
          <p:spPr>
            <a:xfrm>
              <a:off x="998425" y="1182125"/>
              <a:ext cx="1065400" cy="199500"/>
            </a:xfrm>
            <a:custGeom>
              <a:avLst/>
              <a:gdLst/>
              <a:ahLst/>
              <a:cxnLst/>
              <a:rect l="l" t="t" r="r" b="b"/>
              <a:pathLst>
                <a:path w="42616" h="7980" extrusionOk="0">
                  <a:moveTo>
                    <a:pt x="4324" y="1"/>
                  </a:moveTo>
                  <a:cubicBezTo>
                    <a:pt x="3159" y="1"/>
                    <a:pt x="1997" y="512"/>
                    <a:pt x="1246" y="1424"/>
                  </a:cubicBezTo>
                  <a:cubicBezTo>
                    <a:pt x="180" y="2720"/>
                    <a:pt x="1" y="4577"/>
                    <a:pt x="867" y="6031"/>
                  </a:cubicBezTo>
                  <a:cubicBezTo>
                    <a:pt x="1600" y="7262"/>
                    <a:pt x="2935" y="7980"/>
                    <a:pt x="4331" y="7980"/>
                  </a:cubicBezTo>
                  <a:cubicBezTo>
                    <a:pt x="4576" y="7980"/>
                    <a:pt x="4822" y="7958"/>
                    <a:pt x="5067" y="7913"/>
                  </a:cubicBezTo>
                  <a:cubicBezTo>
                    <a:pt x="6219" y="7700"/>
                    <a:pt x="7170" y="6971"/>
                    <a:pt x="7733" y="6006"/>
                  </a:cubicBezTo>
                  <a:cubicBezTo>
                    <a:pt x="8105" y="5370"/>
                    <a:pt x="8773" y="4970"/>
                    <a:pt x="9508" y="4970"/>
                  </a:cubicBezTo>
                  <a:lnTo>
                    <a:pt x="10488" y="4970"/>
                  </a:lnTo>
                  <a:cubicBezTo>
                    <a:pt x="11237" y="4970"/>
                    <a:pt x="11919" y="5376"/>
                    <a:pt x="12300" y="6020"/>
                  </a:cubicBezTo>
                  <a:lnTo>
                    <a:pt x="12307" y="6031"/>
                  </a:lnTo>
                  <a:cubicBezTo>
                    <a:pt x="13039" y="7262"/>
                    <a:pt x="14375" y="7980"/>
                    <a:pt x="15771" y="7980"/>
                  </a:cubicBezTo>
                  <a:cubicBezTo>
                    <a:pt x="16016" y="7980"/>
                    <a:pt x="16262" y="7958"/>
                    <a:pt x="16507" y="7913"/>
                  </a:cubicBezTo>
                  <a:cubicBezTo>
                    <a:pt x="17658" y="7700"/>
                    <a:pt x="18610" y="6971"/>
                    <a:pt x="19173" y="6006"/>
                  </a:cubicBezTo>
                  <a:cubicBezTo>
                    <a:pt x="19545" y="5370"/>
                    <a:pt x="20213" y="4970"/>
                    <a:pt x="20946" y="4970"/>
                  </a:cubicBezTo>
                  <a:lnTo>
                    <a:pt x="21928" y="4970"/>
                  </a:lnTo>
                  <a:cubicBezTo>
                    <a:pt x="22677" y="4970"/>
                    <a:pt x="23359" y="5376"/>
                    <a:pt x="23740" y="6020"/>
                  </a:cubicBezTo>
                  <a:lnTo>
                    <a:pt x="23747" y="6031"/>
                  </a:lnTo>
                  <a:cubicBezTo>
                    <a:pt x="24479" y="7262"/>
                    <a:pt x="25815" y="7980"/>
                    <a:pt x="27210" y="7980"/>
                  </a:cubicBezTo>
                  <a:cubicBezTo>
                    <a:pt x="27454" y="7980"/>
                    <a:pt x="27700" y="7958"/>
                    <a:pt x="27945" y="7913"/>
                  </a:cubicBezTo>
                  <a:cubicBezTo>
                    <a:pt x="29098" y="7700"/>
                    <a:pt x="30048" y="6971"/>
                    <a:pt x="30613" y="6006"/>
                  </a:cubicBezTo>
                  <a:cubicBezTo>
                    <a:pt x="30985" y="5370"/>
                    <a:pt x="31652" y="4970"/>
                    <a:pt x="32388" y="4970"/>
                  </a:cubicBezTo>
                  <a:lnTo>
                    <a:pt x="33368" y="4970"/>
                  </a:lnTo>
                  <a:cubicBezTo>
                    <a:pt x="34117" y="4970"/>
                    <a:pt x="34799" y="5376"/>
                    <a:pt x="35180" y="6020"/>
                  </a:cubicBezTo>
                  <a:lnTo>
                    <a:pt x="35187" y="6031"/>
                  </a:lnTo>
                  <a:cubicBezTo>
                    <a:pt x="35920" y="7262"/>
                    <a:pt x="37255" y="7980"/>
                    <a:pt x="38651" y="7980"/>
                  </a:cubicBezTo>
                  <a:cubicBezTo>
                    <a:pt x="38896" y="7980"/>
                    <a:pt x="39142" y="7958"/>
                    <a:pt x="39387" y="7913"/>
                  </a:cubicBezTo>
                  <a:cubicBezTo>
                    <a:pt x="41256" y="7567"/>
                    <a:pt x="42594" y="5866"/>
                    <a:pt x="42615" y="3993"/>
                  </a:cubicBezTo>
                  <a:cubicBezTo>
                    <a:pt x="42599" y="2323"/>
                    <a:pt x="41557" y="833"/>
                    <a:pt x="39994" y="246"/>
                  </a:cubicBezTo>
                  <a:cubicBezTo>
                    <a:pt x="39559" y="81"/>
                    <a:pt x="39100" y="2"/>
                    <a:pt x="38642" y="2"/>
                  </a:cubicBezTo>
                  <a:cubicBezTo>
                    <a:pt x="37477" y="2"/>
                    <a:pt x="36315" y="513"/>
                    <a:pt x="35565" y="1426"/>
                  </a:cubicBezTo>
                  <a:cubicBezTo>
                    <a:pt x="35428" y="1592"/>
                    <a:pt x="35304" y="1770"/>
                    <a:pt x="35195" y="1957"/>
                  </a:cubicBezTo>
                  <a:cubicBezTo>
                    <a:pt x="34817" y="2606"/>
                    <a:pt x="34133" y="3018"/>
                    <a:pt x="33382" y="3018"/>
                  </a:cubicBezTo>
                  <a:lnTo>
                    <a:pt x="32420" y="3018"/>
                  </a:lnTo>
                  <a:cubicBezTo>
                    <a:pt x="31683" y="3018"/>
                    <a:pt x="30996" y="2632"/>
                    <a:pt x="30624" y="1994"/>
                  </a:cubicBezTo>
                  <a:cubicBezTo>
                    <a:pt x="30157" y="1190"/>
                    <a:pt x="29425" y="572"/>
                    <a:pt x="28556" y="244"/>
                  </a:cubicBezTo>
                  <a:cubicBezTo>
                    <a:pt x="28121" y="80"/>
                    <a:pt x="27663" y="1"/>
                    <a:pt x="27205" y="1"/>
                  </a:cubicBezTo>
                  <a:cubicBezTo>
                    <a:pt x="26039" y="1"/>
                    <a:pt x="24877" y="513"/>
                    <a:pt x="24125" y="1426"/>
                  </a:cubicBezTo>
                  <a:cubicBezTo>
                    <a:pt x="23989" y="1592"/>
                    <a:pt x="23865" y="1770"/>
                    <a:pt x="23755" y="1957"/>
                  </a:cubicBezTo>
                  <a:cubicBezTo>
                    <a:pt x="23377" y="2606"/>
                    <a:pt x="22695" y="3018"/>
                    <a:pt x="21944" y="3018"/>
                  </a:cubicBezTo>
                  <a:lnTo>
                    <a:pt x="20981" y="3018"/>
                  </a:lnTo>
                  <a:cubicBezTo>
                    <a:pt x="20243" y="3018"/>
                    <a:pt x="19556" y="2632"/>
                    <a:pt x="19185" y="1994"/>
                  </a:cubicBezTo>
                  <a:cubicBezTo>
                    <a:pt x="18717" y="1190"/>
                    <a:pt x="17987" y="572"/>
                    <a:pt x="17116" y="244"/>
                  </a:cubicBezTo>
                  <a:cubicBezTo>
                    <a:pt x="16681" y="80"/>
                    <a:pt x="16223" y="1"/>
                    <a:pt x="15766" y="1"/>
                  </a:cubicBezTo>
                  <a:cubicBezTo>
                    <a:pt x="14600" y="1"/>
                    <a:pt x="13437" y="513"/>
                    <a:pt x="12686" y="1426"/>
                  </a:cubicBezTo>
                  <a:cubicBezTo>
                    <a:pt x="12549" y="1592"/>
                    <a:pt x="12425" y="1770"/>
                    <a:pt x="12316" y="1957"/>
                  </a:cubicBezTo>
                  <a:cubicBezTo>
                    <a:pt x="11937" y="2606"/>
                    <a:pt x="11255" y="3016"/>
                    <a:pt x="10504" y="3016"/>
                  </a:cubicBezTo>
                  <a:lnTo>
                    <a:pt x="9541" y="3016"/>
                  </a:lnTo>
                  <a:cubicBezTo>
                    <a:pt x="8805" y="3016"/>
                    <a:pt x="8116" y="2632"/>
                    <a:pt x="7745" y="1994"/>
                  </a:cubicBezTo>
                  <a:cubicBezTo>
                    <a:pt x="7277" y="1190"/>
                    <a:pt x="6547" y="572"/>
                    <a:pt x="5676" y="244"/>
                  </a:cubicBezTo>
                  <a:cubicBezTo>
                    <a:pt x="5241" y="80"/>
                    <a:pt x="4782" y="1"/>
                    <a:pt x="4324" y="1"/>
                  </a:cubicBezTo>
                  <a:close/>
                </a:path>
              </a:pathLst>
            </a:custGeom>
            <a:noFill/>
            <a:ln w="9525" cap="flat" cmpd="sng">
              <a:solidFill>
                <a:srgbClr val="869FB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8149;p69">
              <a:extLst>
                <a:ext uri="{FF2B5EF4-FFF2-40B4-BE49-F238E27FC236}">
                  <a16:creationId xmlns:a16="http://schemas.microsoft.com/office/drawing/2014/main" id="{8CC9DA25-E636-4E08-954D-03FCE81B03ED}"/>
                </a:ext>
              </a:extLst>
            </p:cNvPr>
            <p:cNvSpPr/>
            <p:nvPr/>
          </p:nvSpPr>
          <p:spPr>
            <a:xfrm>
              <a:off x="1017250" y="1193175"/>
              <a:ext cx="177475" cy="177500"/>
            </a:xfrm>
            <a:custGeom>
              <a:avLst/>
              <a:gdLst/>
              <a:ahLst/>
              <a:cxnLst/>
              <a:rect l="l" t="t" r="r" b="b"/>
              <a:pathLst>
                <a:path w="7099" h="7100" extrusionOk="0">
                  <a:moveTo>
                    <a:pt x="3550" y="1"/>
                  </a:moveTo>
                  <a:cubicBezTo>
                    <a:pt x="1589" y="1"/>
                    <a:pt x="0" y="1589"/>
                    <a:pt x="0" y="3551"/>
                  </a:cubicBezTo>
                  <a:cubicBezTo>
                    <a:pt x="0" y="5511"/>
                    <a:pt x="1589" y="7099"/>
                    <a:pt x="3550" y="7099"/>
                  </a:cubicBezTo>
                  <a:cubicBezTo>
                    <a:pt x="5510" y="7099"/>
                    <a:pt x="7099" y="5511"/>
                    <a:pt x="7099" y="3551"/>
                  </a:cubicBezTo>
                  <a:cubicBezTo>
                    <a:pt x="7099" y="1589"/>
                    <a:pt x="5510" y="1"/>
                    <a:pt x="3550" y="1"/>
                  </a:cubicBezTo>
                  <a:close/>
                </a:path>
              </a:pathLst>
            </a:custGeom>
            <a:noFill/>
            <a:ln w="9525" cap="flat" cmpd="sng">
              <a:solidFill>
                <a:srgbClr val="E3E9E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8150;p69">
              <a:extLst>
                <a:ext uri="{FF2B5EF4-FFF2-40B4-BE49-F238E27FC236}">
                  <a16:creationId xmlns:a16="http://schemas.microsoft.com/office/drawing/2014/main" id="{9D084C9C-5529-451E-B985-92665FEE3B26}"/>
                </a:ext>
              </a:extLst>
            </p:cNvPr>
            <p:cNvSpPr/>
            <p:nvPr/>
          </p:nvSpPr>
          <p:spPr>
            <a:xfrm>
              <a:off x="1303250" y="1193175"/>
              <a:ext cx="177475" cy="177500"/>
            </a:xfrm>
            <a:custGeom>
              <a:avLst/>
              <a:gdLst/>
              <a:ahLst/>
              <a:cxnLst/>
              <a:rect l="l" t="t" r="r" b="b"/>
              <a:pathLst>
                <a:path w="7099" h="7100" extrusionOk="0">
                  <a:moveTo>
                    <a:pt x="3550" y="1"/>
                  </a:moveTo>
                  <a:cubicBezTo>
                    <a:pt x="1589" y="1"/>
                    <a:pt x="0" y="1589"/>
                    <a:pt x="0" y="3551"/>
                  </a:cubicBezTo>
                  <a:cubicBezTo>
                    <a:pt x="0" y="5511"/>
                    <a:pt x="1589" y="7099"/>
                    <a:pt x="3550" y="7099"/>
                  </a:cubicBezTo>
                  <a:cubicBezTo>
                    <a:pt x="5510" y="7099"/>
                    <a:pt x="7099" y="5511"/>
                    <a:pt x="7099" y="3551"/>
                  </a:cubicBezTo>
                  <a:cubicBezTo>
                    <a:pt x="7099" y="1589"/>
                    <a:pt x="5510" y="1"/>
                    <a:pt x="3550" y="1"/>
                  </a:cubicBezTo>
                  <a:close/>
                </a:path>
              </a:pathLst>
            </a:custGeom>
            <a:noFill/>
            <a:ln w="9525" cap="flat" cmpd="sng">
              <a:solidFill>
                <a:srgbClr val="E3E9E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8151;p69">
              <a:extLst>
                <a:ext uri="{FF2B5EF4-FFF2-40B4-BE49-F238E27FC236}">
                  <a16:creationId xmlns:a16="http://schemas.microsoft.com/office/drawing/2014/main" id="{2D3EE959-5B41-4511-80F0-D7F1CE3E65FA}"/>
                </a:ext>
              </a:extLst>
            </p:cNvPr>
            <p:cNvSpPr/>
            <p:nvPr/>
          </p:nvSpPr>
          <p:spPr>
            <a:xfrm>
              <a:off x="1589250" y="1193175"/>
              <a:ext cx="177475" cy="177500"/>
            </a:xfrm>
            <a:custGeom>
              <a:avLst/>
              <a:gdLst/>
              <a:ahLst/>
              <a:cxnLst/>
              <a:rect l="l" t="t" r="r" b="b"/>
              <a:pathLst>
                <a:path w="7099" h="7100" extrusionOk="0">
                  <a:moveTo>
                    <a:pt x="3549" y="1"/>
                  </a:moveTo>
                  <a:cubicBezTo>
                    <a:pt x="1589" y="1"/>
                    <a:pt x="0" y="1589"/>
                    <a:pt x="0" y="3551"/>
                  </a:cubicBezTo>
                  <a:cubicBezTo>
                    <a:pt x="0" y="5511"/>
                    <a:pt x="1589" y="7099"/>
                    <a:pt x="3549" y="7099"/>
                  </a:cubicBezTo>
                  <a:cubicBezTo>
                    <a:pt x="5510" y="7099"/>
                    <a:pt x="7099" y="5511"/>
                    <a:pt x="7099" y="3551"/>
                  </a:cubicBezTo>
                  <a:cubicBezTo>
                    <a:pt x="7099" y="1589"/>
                    <a:pt x="5510" y="1"/>
                    <a:pt x="3549" y="1"/>
                  </a:cubicBezTo>
                  <a:close/>
                </a:path>
              </a:pathLst>
            </a:custGeom>
            <a:noFill/>
            <a:ln w="9525" cap="flat" cmpd="sng">
              <a:solidFill>
                <a:srgbClr val="E3E9E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8152;p69">
              <a:extLst>
                <a:ext uri="{FF2B5EF4-FFF2-40B4-BE49-F238E27FC236}">
                  <a16:creationId xmlns:a16="http://schemas.microsoft.com/office/drawing/2014/main" id="{A718EF74-583A-4F8E-AB00-2C14C6AAD6A9}"/>
                </a:ext>
              </a:extLst>
            </p:cNvPr>
            <p:cNvSpPr/>
            <p:nvPr/>
          </p:nvSpPr>
          <p:spPr>
            <a:xfrm>
              <a:off x="1875200" y="1193175"/>
              <a:ext cx="177525" cy="177500"/>
            </a:xfrm>
            <a:custGeom>
              <a:avLst/>
              <a:gdLst/>
              <a:ahLst/>
              <a:cxnLst/>
              <a:rect l="l" t="t" r="r" b="b"/>
              <a:pathLst>
                <a:path w="7101" h="7100" extrusionOk="0">
                  <a:moveTo>
                    <a:pt x="3551" y="1"/>
                  </a:moveTo>
                  <a:cubicBezTo>
                    <a:pt x="1590" y="1"/>
                    <a:pt x="0" y="1589"/>
                    <a:pt x="0" y="3551"/>
                  </a:cubicBezTo>
                  <a:cubicBezTo>
                    <a:pt x="0" y="5511"/>
                    <a:pt x="1590" y="7099"/>
                    <a:pt x="3551" y="7099"/>
                  </a:cubicBezTo>
                  <a:cubicBezTo>
                    <a:pt x="5511" y="7099"/>
                    <a:pt x="7101" y="5511"/>
                    <a:pt x="7101" y="3551"/>
                  </a:cubicBezTo>
                  <a:cubicBezTo>
                    <a:pt x="7101" y="1589"/>
                    <a:pt x="5511" y="1"/>
                    <a:pt x="3551" y="1"/>
                  </a:cubicBezTo>
                  <a:close/>
                </a:path>
              </a:pathLst>
            </a:custGeom>
            <a:noFill/>
            <a:ln w="9525" cap="flat" cmpd="sng">
              <a:solidFill>
                <a:srgbClr val="E3E9E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42" name="Title 1">
            <a:extLst>
              <a:ext uri="{FF2B5EF4-FFF2-40B4-BE49-F238E27FC236}">
                <a16:creationId xmlns:a16="http://schemas.microsoft.com/office/drawing/2014/main" id="{424F5EF1-9BB6-4B36-91D8-B92FED171017}"/>
              </a:ext>
            </a:extLst>
          </p:cNvPr>
          <p:cNvSpPr txBox="1">
            <a:spLocks/>
          </p:cNvSpPr>
          <p:nvPr/>
        </p:nvSpPr>
        <p:spPr>
          <a:xfrm>
            <a:off x="3065002" y="1389126"/>
            <a:ext cx="5076152" cy="901994"/>
          </a:xfrm>
          <a:prstGeom prst="rect">
            <a:avLst/>
          </a:prstGeom>
          <a:effectLst/>
        </p:spPr>
        <p:txBody>
          <a:bodyPr vert="horz" lIns="91440" tIns="45720" rIns="91440" bIns="45720" rtlCol="0" anchor="ctr">
            <a:normAutofit/>
          </a:bodyPr>
          <a:lst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400" dirty="0">
                <a:latin typeface="Times New Roman" panose="02020603050405020304" pitchFamily="18" charset="0"/>
                <a:cs typeface="Times New Roman" panose="02020603050405020304" pitchFamily="18" charset="0"/>
              </a:rPr>
              <a:t>State diagram</a:t>
            </a:r>
            <a:r>
              <a:rPr lang="mn-MN" sz="2400" dirty="0">
                <a:latin typeface="Times New Roman" panose="02020603050405020304" pitchFamily="18" charset="0"/>
                <a:cs typeface="Times New Roman" panose="02020603050405020304" pitchFamily="18" charset="0"/>
              </a:rPr>
              <a:t>-ын</a:t>
            </a:r>
            <a:r>
              <a:rPr lang="en-US" sz="2400" dirty="0">
                <a:latin typeface="Times New Roman" panose="02020603050405020304" pitchFamily="18" charset="0"/>
                <a:cs typeface="Times New Roman" panose="02020603050405020304" pitchFamily="18" charset="0"/>
              </a:rPr>
              <a:t> </a:t>
            </a:r>
            <a:r>
              <a:rPr lang="mn-MN" sz="2400" dirty="0">
                <a:latin typeface="Times New Roman" panose="02020603050405020304" pitchFamily="18" charset="0"/>
                <a:cs typeface="Times New Roman" panose="02020603050405020304" pitchFamily="18" charset="0"/>
              </a:rPr>
              <a:t>Үндсэн ойлголт</a:t>
            </a:r>
            <a:endParaRPr lang="en-US" sz="2400" dirty="0">
              <a:latin typeface="Times New Roman" panose="02020603050405020304" pitchFamily="18" charset="0"/>
              <a:cs typeface="Times New Roman" panose="02020603050405020304" pitchFamily="18" charset="0"/>
            </a:endParaRPr>
          </a:p>
        </p:txBody>
      </p:sp>
      <p:sp>
        <p:nvSpPr>
          <p:cNvPr id="343" name="Title 1">
            <a:extLst>
              <a:ext uri="{FF2B5EF4-FFF2-40B4-BE49-F238E27FC236}">
                <a16:creationId xmlns:a16="http://schemas.microsoft.com/office/drawing/2014/main" id="{9E51D69E-5E1E-4A3F-9F00-FAC8A4DC79A9}"/>
              </a:ext>
            </a:extLst>
          </p:cNvPr>
          <p:cNvSpPr txBox="1">
            <a:spLocks/>
          </p:cNvSpPr>
          <p:nvPr/>
        </p:nvSpPr>
        <p:spPr>
          <a:xfrm>
            <a:off x="1993202" y="1521440"/>
            <a:ext cx="377465" cy="575076"/>
          </a:xfrm>
          <a:prstGeom prst="rect">
            <a:avLst/>
          </a:prstGeom>
          <a:effectLst/>
        </p:spPr>
        <p:txBody>
          <a:bodyPr vert="horz" lIns="91440" tIns="45720" rIns="91440" bIns="45720" rtlCol="0" anchor="ctr">
            <a:normAutofit lnSpcReduction="10000"/>
          </a:bodyPr>
          <a:lst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200" dirty="0">
                <a:latin typeface="Times New Roman" panose="02020603050405020304" pitchFamily="18" charset="0"/>
                <a:cs typeface="Times New Roman" panose="02020603050405020304" pitchFamily="18" charset="0"/>
              </a:rPr>
              <a:t>1</a:t>
            </a:r>
          </a:p>
        </p:txBody>
      </p:sp>
      <p:sp>
        <p:nvSpPr>
          <p:cNvPr id="345" name="Title 1">
            <a:extLst>
              <a:ext uri="{FF2B5EF4-FFF2-40B4-BE49-F238E27FC236}">
                <a16:creationId xmlns:a16="http://schemas.microsoft.com/office/drawing/2014/main" id="{1547F29A-588E-45D8-B80A-3F7CAF7597A8}"/>
              </a:ext>
            </a:extLst>
          </p:cNvPr>
          <p:cNvSpPr txBox="1">
            <a:spLocks/>
          </p:cNvSpPr>
          <p:nvPr/>
        </p:nvSpPr>
        <p:spPr>
          <a:xfrm>
            <a:off x="2013971" y="5796040"/>
            <a:ext cx="377465" cy="575076"/>
          </a:xfrm>
          <a:prstGeom prst="rect">
            <a:avLst/>
          </a:prstGeom>
          <a:effectLst/>
        </p:spPr>
        <p:txBody>
          <a:bodyPr vert="horz" lIns="91440" tIns="45720" rIns="91440" bIns="45720" rtlCol="0" anchor="ctr">
            <a:normAutofit lnSpcReduction="10000"/>
          </a:bodyPr>
          <a:lst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200" dirty="0">
                <a:latin typeface="Times New Roman" panose="02020603050405020304" pitchFamily="18" charset="0"/>
                <a:cs typeface="Times New Roman" panose="02020603050405020304" pitchFamily="18" charset="0"/>
              </a:rPr>
              <a:t>4</a:t>
            </a:r>
          </a:p>
        </p:txBody>
      </p:sp>
      <p:sp>
        <p:nvSpPr>
          <p:cNvPr id="346" name="Title 1">
            <a:extLst>
              <a:ext uri="{FF2B5EF4-FFF2-40B4-BE49-F238E27FC236}">
                <a16:creationId xmlns:a16="http://schemas.microsoft.com/office/drawing/2014/main" id="{47C84BC6-C31C-4279-B4D2-E3A85E808ACE}"/>
              </a:ext>
            </a:extLst>
          </p:cNvPr>
          <p:cNvSpPr txBox="1">
            <a:spLocks/>
          </p:cNvSpPr>
          <p:nvPr/>
        </p:nvSpPr>
        <p:spPr>
          <a:xfrm>
            <a:off x="2035799" y="2974009"/>
            <a:ext cx="301001" cy="575076"/>
          </a:xfrm>
          <a:prstGeom prst="rect">
            <a:avLst/>
          </a:prstGeom>
          <a:effectLst/>
        </p:spPr>
        <p:txBody>
          <a:bodyPr vert="horz" lIns="91440" tIns="45720" rIns="91440" bIns="45720" rtlCol="0" anchor="ctr">
            <a:normAutofit lnSpcReduction="10000"/>
          </a:bodyPr>
          <a:lst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200" dirty="0">
                <a:latin typeface="Times New Roman" panose="02020603050405020304" pitchFamily="18" charset="0"/>
                <a:cs typeface="Times New Roman" panose="02020603050405020304" pitchFamily="18" charset="0"/>
              </a:rPr>
              <a:t>2</a:t>
            </a:r>
          </a:p>
        </p:txBody>
      </p:sp>
      <p:sp>
        <p:nvSpPr>
          <p:cNvPr id="347" name="Title 1">
            <a:extLst>
              <a:ext uri="{FF2B5EF4-FFF2-40B4-BE49-F238E27FC236}">
                <a16:creationId xmlns:a16="http://schemas.microsoft.com/office/drawing/2014/main" id="{28F28680-12F2-4173-AE49-1979274AFAE1}"/>
              </a:ext>
            </a:extLst>
          </p:cNvPr>
          <p:cNvSpPr txBox="1">
            <a:spLocks/>
          </p:cNvSpPr>
          <p:nvPr/>
        </p:nvSpPr>
        <p:spPr>
          <a:xfrm>
            <a:off x="2030246" y="4377244"/>
            <a:ext cx="377465" cy="575076"/>
          </a:xfrm>
          <a:prstGeom prst="rect">
            <a:avLst/>
          </a:prstGeom>
          <a:effectLst/>
        </p:spPr>
        <p:txBody>
          <a:bodyPr vert="horz" lIns="91440" tIns="45720" rIns="91440" bIns="45720" rtlCol="0" anchor="ctr">
            <a:normAutofit lnSpcReduction="10000"/>
          </a:bodyPr>
          <a:lst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200" dirty="0">
                <a:latin typeface="Times New Roman" panose="02020603050405020304" pitchFamily="18" charset="0"/>
                <a:cs typeface="Times New Roman" panose="02020603050405020304" pitchFamily="18" charset="0"/>
              </a:rPr>
              <a:t>3</a:t>
            </a:r>
          </a:p>
        </p:txBody>
      </p:sp>
      <p:sp>
        <p:nvSpPr>
          <p:cNvPr id="348" name="Title 1">
            <a:extLst>
              <a:ext uri="{FF2B5EF4-FFF2-40B4-BE49-F238E27FC236}">
                <a16:creationId xmlns:a16="http://schemas.microsoft.com/office/drawing/2014/main" id="{7A40ABA2-228C-4385-9117-6A927FAE9798}"/>
              </a:ext>
            </a:extLst>
          </p:cNvPr>
          <p:cNvSpPr txBox="1">
            <a:spLocks/>
          </p:cNvSpPr>
          <p:nvPr/>
        </p:nvSpPr>
        <p:spPr>
          <a:xfrm>
            <a:off x="3127059" y="2749885"/>
            <a:ext cx="5076152" cy="901994"/>
          </a:xfrm>
          <a:prstGeom prst="rect">
            <a:avLst/>
          </a:prstGeom>
          <a:effectLst/>
        </p:spPr>
        <p:txBody>
          <a:bodyPr vert="horz" lIns="91440" tIns="45720" rIns="91440" bIns="45720" rtlCol="0" anchor="ctr">
            <a:normAutofit fontScale="92500" lnSpcReduction="20000"/>
          </a:bodyPr>
          <a:lst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400" dirty="0">
                <a:latin typeface="Times New Roman" panose="02020603050405020304" pitchFamily="18" charset="0"/>
                <a:cs typeface="Times New Roman" panose="02020603050405020304" pitchFamily="18" charset="0"/>
              </a:rPr>
              <a:t>State diagram </a:t>
            </a:r>
            <a:r>
              <a:rPr lang="mn-MN" sz="2400" dirty="0">
                <a:latin typeface="Times New Roman" panose="02020603050405020304" pitchFamily="18" charset="0"/>
                <a:cs typeface="Times New Roman" panose="02020603050405020304" pitchFamily="18" charset="0"/>
              </a:rPr>
              <a:t>-ын</a:t>
            </a:r>
            <a:r>
              <a:rPr lang="en-US" sz="2400" dirty="0">
                <a:latin typeface="Times New Roman" panose="02020603050405020304" pitchFamily="18" charset="0"/>
                <a:cs typeface="Times New Roman" panose="02020603050405020304" pitchFamily="18" charset="0"/>
              </a:rPr>
              <a:t> </a:t>
            </a:r>
            <a:r>
              <a:rPr lang="mn-MN" sz="2400" dirty="0">
                <a:latin typeface="Times New Roman" panose="02020603050405020304" pitchFamily="18" charset="0"/>
                <a:cs typeface="Times New Roman" panose="02020603050405020304" pitchFamily="18" charset="0"/>
              </a:rPr>
              <a:t>элемент, нэр томьё ба түүний тодорхойлолт</a:t>
            </a:r>
            <a:endParaRPr lang="en-US" sz="2400" dirty="0">
              <a:latin typeface="Times New Roman" panose="02020603050405020304" pitchFamily="18" charset="0"/>
              <a:cs typeface="Times New Roman" panose="02020603050405020304" pitchFamily="18" charset="0"/>
            </a:endParaRPr>
          </a:p>
        </p:txBody>
      </p:sp>
      <p:sp>
        <p:nvSpPr>
          <p:cNvPr id="349" name="Title 1">
            <a:extLst>
              <a:ext uri="{FF2B5EF4-FFF2-40B4-BE49-F238E27FC236}">
                <a16:creationId xmlns:a16="http://schemas.microsoft.com/office/drawing/2014/main" id="{675E0F12-C486-492D-B378-712630D89359}"/>
              </a:ext>
            </a:extLst>
          </p:cNvPr>
          <p:cNvSpPr txBox="1">
            <a:spLocks/>
          </p:cNvSpPr>
          <p:nvPr/>
        </p:nvSpPr>
        <p:spPr>
          <a:xfrm>
            <a:off x="3133283" y="4223415"/>
            <a:ext cx="5076152" cy="901994"/>
          </a:xfrm>
          <a:prstGeom prst="rect">
            <a:avLst/>
          </a:prstGeom>
          <a:effectLst/>
        </p:spPr>
        <p:txBody>
          <a:bodyPr vert="horz" lIns="91440" tIns="45720" rIns="91440" bIns="45720" rtlCol="0" anchor="ctr">
            <a:normAutofit/>
          </a:bodyPr>
          <a:lst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400" dirty="0">
                <a:latin typeface="Times New Roman" panose="02020603050405020304" pitchFamily="18" charset="0"/>
                <a:cs typeface="Times New Roman" panose="02020603050405020304" pitchFamily="18" charset="0"/>
              </a:rPr>
              <a:t>State diagram</a:t>
            </a:r>
            <a:r>
              <a:rPr lang="mn-MN" sz="2400" dirty="0">
                <a:latin typeface="Times New Roman" panose="02020603050405020304" pitchFamily="18" charset="0"/>
                <a:cs typeface="Times New Roman" panose="02020603050405020304" pitchFamily="18" charset="0"/>
              </a:rPr>
              <a:t>-ыг байгуулах зааварчилгаа </a:t>
            </a:r>
            <a:endParaRPr lang="en-US" sz="2400" dirty="0">
              <a:latin typeface="Times New Roman" panose="02020603050405020304" pitchFamily="18" charset="0"/>
              <a:cs typeface="Times New Roman" panose="02020603050405020304" pitchFamily="18" charset="0"/>
            </a:endParaRPr>
          </a:p>
        </p:txBody>
      </p:sp>
      <p:sp>
        <p:nvSpPr>
          <p:cNvPr id="178" name="Title 1">
            <a:extLst>
              <a:ext uri="{FF2B5EF4-FFF2-40B4-BE49-F238E27FC236}">
                <a16:creationId xmlns:a16="http://schemas.microsoft.com/office/drawing/2014/main" id="{995FB129-403B-441D-9135-AA31E5315770}"/>
              </a:ext>
            </a:extLst>
          </p:cNvPr>
          <p:cNvSpPr txBox="1">
            <a:spLocks/>
          </p:cNvSpPr>
          <p:nvPr/>
        </p:nvSpPr>
        <p:spPr>
          <a:xfrm>
            <a:off x="3168522" y="5591967"/>
            <a:ext cx="5076152" cy="901994"/>
          </a:xfrm>
          <a:prstGeom prst="rect">
            <a:avLst/>
          </a:prstGeom>
          <a:effectLst/>
        </p:spPr>
        <p:txBody>
          <a:bodyPr vert="horz" lIns="91440" tIns="45720" rIns="91440" bIns="45720" rtlCol="0" anchor="ctr">
            <a:normAutofit/>
          </a:bodyPr>
          <a:lst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400" dirty="0">
                <a:latin typeface="Times New Roman" panose="02020603050405020304" pitchFamily="18" charset="0"/>
                <a:cs typeface="Times New Roman" panose="02020603050405020304" pitchFamily="18" charset="0"/>
              </a:rPr>
              <a:t>State diagram</a:t>
            </a:r>
            <a:r>
              <a:rPr lang="mn-MN" sz="2400" dirty="0">
                <a:latin typeface="Times New Roman" panose="02020603050405020304" pitchFamily="18" charset="0"/>
                <a:cs typeface="Times New Roman" panose="02020603050405020304" pitchFamily="18" charset="0"/>
              </a:rPr>
              <a:t>-ыг байгуулах </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138249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EF34A44-08C0-4A76-9CC7-704515BAC2F6}"/>
              </a:ext>
            </a:extLst>
          </p:cNvPr>
          <p:cNvPicPr>
            <a:picLocks noChangeAspect="1"/>
          </p:cNvPicPr>
          <p:nvPr/>
        </p:nvPicPr>
        <p:blipFill>
          <a:blip r:embed="rId2"/>
          <a:stretch>
            <a:fillRect/>
          </a:stretch>
        </p:blipFill>
        <p:spPr>
          <a:xfrm>
            <a:off x="401842" y="504717"/>
            <a:ext cx="11388315" cy="5681964"/>
          </a:xfrm>
          <a:prstGeom prst="rect">
            <a:avLst/>
          </a:prstGeom>
        </p:spPr>
      </p:pic>
    </p:spTree>
    <p:extLst>
      <p:ext uri="{BB962C8B-B14F-4D97-AF65-F5344CB8AC3E}">
        <p14:creationId xmlns:p14="http://schemas.microsoft.com/office/powerpoint/2010/main" val="24032591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BA9863-40CC-44B6-8A61-064542CC3590}"/>
              </a:ext>
            </a:extLst>
          </p:cNvPr>
          <p:cNvSpPr>
            <a:spLocks noGrp="1"/>
          </p:cNvSpPr>
          <p:nvPr>
            <p:ph type="title"/>
          </p:nvPr>
        </p:nvSpPr>
        <p:spPr>
          <a:xfrm>
            <a:off x="1159270" y="293512"/>
            <a:ext cx="10131425" cy="1456267"/>
          </a:xfrm>
        </p:spPr>
        <p:txBody>
          <a:bodyPr>
            <a:normAutofit/>
          </a:bodyPr>
          <a:lstStyle/>
          <a:p>
            <a:r>
              <a:rPr lang="en-US" b="1" dirty="0">
                <a:latin typeface="Times New Roman" panose="02020603050405020304" pitchFamily="18" charset="0"/>
                <a:cs typeface="Times New Roman" panose="02020603050405020304" pitchFamily="18" charset="0"/>
              </a:rPr>
              <a:t>State diagram-</a:t>
            </a:r>
            <a:r>
              <a:rPr lang="mn-MN" b="1" dirty="0">
                <a:latin typeface="Times New Roman" panose="02020603050405020304" pitchFamily="18" charset="0"/>
                <a:cs typeface="Times New Roman" panose="02020603050405020304" pitchFamily="18" charset="0"/>
              </a:rPr>
              <a:t>ын үндсэн ойлголт</a:t>
            </a:r>
            <a:endParaRPr lang="en-US"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5D48940-2C78-4287-B1E2-5FB7B003AD47}"/>
              </a:ext>
            </a:extLst>
          </p:cNvPr>
          <p:cNvSpPr>
            <a:spLocks noGrp="1"/>
          </p:cNvSpPr>
          <p:nvPr>
            <p:ph idx="1"/>
          </p:nvPr>
        </p:nvSpPr>
        <p:spPr>
          <a:xfrm>
            <a:off x="683559" y="2135261"/>
            <a:ext cx="10824882" cy="4233333"/>
          </a:xfrm>
        </p:spPr>
        <p:txBody>
          <a:bodyPr>
            <a:noAutofit/>
          </a:bodyPr>
          <a:lstStyle/>
          <a:p>
            <a:pPr algn="just"/>
            <a:endParaRPr lang="mn-MN" sz="2800" dirty="0">
              <a:solidFill>
                <a:schemeClr val="tx1"/>
              </a:solidFill>
              <a:latin typeface="Times New Roman" panose="02020603050405020304" pitchFamily="18" charset="0"/>
              <a:cs typeface="Times New Roman" panose="02020603050405020304" pitchFamily="18" charset="0"/>
            </a:endParaRPr>
          </a:p>
          <a:p>
            <a:pPr algn="just"/>
            <a:endParaRPr lang="mn-MN" sz="2800" dirty="0">
              <a:solidFill>
                <a:schemeClr val="tx1"/>
              </a:solidFill>
              <a:latin typeface="Times New Roman" panose="02020603050405020304" pitchFamily="18" charset="0"/>
              <a:cs typeface="Times New Roman" panose="02020603050405020304" pitchFamily="18" charset="0"/>
            </a:endParaRPr>
          </a:p>
          <a:p>
            <a:pPr algn="just"/>
            <a:r>
              <a:rPr lang="mn-MN" sz="2800" dirty="0">
                <a:solidFill>
                  <a:schemeClr val="tx1"/>
                </a:solidFill>
                <a:latin typeface="Times New Roman" panose="02020603050405020304" pitchFamily="18" charset="0"/>
                <a:cs typeface="Times New Roman" panose="02020603050405020304" pitchFamily="18" charset="0"/>
              </a:rPr>
              <a:t>Гадаад болон дотоод нөхцөл</a:t>
            </a:r>
            <a:r>
              <a:rPr lang="en-US" sz="2800" dirty="0">
                <a:solidFill>
                  <a:schemeClr val="tx1"/>
                </a:solidFill>
                <a:latin typeface="Times New Roman" panose="02020603050405020304" pitchFamily="18" charset="0"/>
                <a:cs typeface="Times New Roman" panose="02020603050405020304" pitchFamily="18" charset="0"/>
              </a:rPr>
              <a:t>, </a:t>
            </a:r>
            <a:r>
              <a:rPr lang="mn-MN" sz="2800" dirty="0">
                <a:solidFill>
                  <a:schemeClr val="tx1"/>
                </a:solidFill>
                <a:latin typeface="Times New Roman" panose="02020603050405020304" pitchFamily="18" charset="0"/>
                <a:cs typeface="Times New Roman" panose="02020603050405020304" pitchFamily="18" charset="0"/>
              </a:rPr>
              <a:t>шалтгааны улмаас систем </a:t>
            </a:r>
            <a:r>
              <a:rPr lang="mn-MN" sz="2800">
                <a:solidFill>
                  <a:schemeClr val="tx1"/>
                </a:solidFill>
                <a:latin typeface="Times New Roman" panose="02020603050405020304" pitchFamily="18" charset="0"/>
                <a:cs typeface="Times New Roman" panose="02020603050405020304" pitchFamily="18" charset="0"/>
              </a:rPr>
              <a:t>хэрхэн төлөвөө </a:t>
            </a:r>
            <a:r>
              <a:rPr lang="mn-MN" sz="2800" dirty="0">
                <a:solidFill>
                  <a:schemeClr val="tx1"/>
                </a:solidFill>
                <a:latin typeface="Times New Roman" panose="02020603050405020304" pitchFamily="18" charset="0"/>
                <a:cs typeface="Times New Roman" panose="02020603050405020304" pitchFamily="18" charset="0"/>
              </a:rPr>
              <a:t>өөрчлөхийг дүрслэн харуулна</a:t>
            </a:r>
            <a:r>
              <a:rPr lang="en-US" sz="2800" dirty="0">
                <a:solidFill>
                  <a:schemeClr val="tx1"/>
                </a:solidFill>
                <a:latin typeface="Times New Roman" panose="02020603050405020304" pitchFamily="18" charset="0"/>
                <a:cs typeface="Times New Roman" panose="02020603050405020304" pitchFamily="18" charset="0"/>
              </a:rPr>
              <a:t>. </a:t>
            </a:r>
            <a:endParaRPr lang="mn-MN" sz="2800" dirty="0">
              <a:latin typeface="Times New Roman" panose="02020603050405020304" pitchFamily="18" charset="0"/>
              <a:cs typeface="Times New Roman" panose="02020603050405020304" pitchFamily="18" charset="0"/>
            </a:endParaRPr>
          </a:p>
          <a:p>
            <a:pPr algn="just"/>
            <a:r>
              <a:rPr lang="mn-MN" sz="2800" dirty="0">
                <a:solidFill>
                  <a:schemeClr val="tx1"/>
                </a:solidFill>
                <a:latin typeface="Times New Roman" panose="02020603050405020304" pitchFamily="18" charset="0"/>
                <a:cs typeface="Times New Roman" panose="02020603050405020304" pitchFamily="18" charset="0"/>
              </a:rPr>
              <a:t>Аливаа обьект түүний амьдралын туршид дамжин өнгөрдөг ялгаатай төлөвүүдийг, үйл явдлын хариуд өгөх түүний хариу арга хэмжээ болон үйлдлийнх нь хамтаар харуулах динамик загвар юм.</a:t>
            </a:r>
            <a:endParaRPr lang="en-US" sz="2800" dirty="0">
              <a:solidFill>
                <a:schemeClr val="dk1"/>
              </a:solidFill>
              <a:latin typeface="Times New Roman" panose="02020603050405020304" pitchFamily="18" charset="0"/>
              <a:cs typeface="Times New Roman" panose="02020603050405020304" pitchFamily="18" charset="0"/>
              <a:sym typeface="Sora"/>
            </a:endParaRPr>
          </a:p>
          <a:p>
            <a:pPr algn="just"/>
            <a:r>
              <a:rPr lang="mn-MN" sz="2800" dirty="0">
                <a:latin typeface="Times New Roman" panose="02020603050405020304" pitchFamily="18" charset="0"/>
                <a:ea typeface="Sora"/>
                <a:cs typeface="Times New Roman" panose="02020603050405020304" pitchFamily="18" charset="0"/>
                <a:sym typeface="Sora"/>
              </a:rPr>
              <a:t>Обьектын янз бүрийн төлөвүүд,  обьектын нэг төлөвөөс нөгөө рүү шилжихэд хүргэдэг ямар үйл явдал буйг харууллдаг.</a:t>
            </a:r>
          </a:p>
          <a:p>
            <a:pPr marL="285750" indent="-285750" algn="just">
              <a:spcAft>
                <a:spcPts val="1600"/>
              </a:spcAft>
              <a:buFont typeface="Arial" panose="020B0604020202020204" pitchFamily="34" charset="0"/>
              <a:buChar char="•"/>
            </a:pPr>
            <a:r>
              <a:rPr lang="mn-MN" sz="2800" dirty="0">
                <a:latin typeface="Times New Roman" panose="02020603050405020304" pitchFamily="18" charset="0"/>
                <a:ea typeface="Sora"/>
                <a:cs typeface="Times New Roman" panose="02020603050405020304" pitchFamily="18" charset="0"/>
                <a:sym typeface="Sora"/>
              </a:rPr>
              <a:t>Бүх обьект тодорхой төлөвтэй байдаг ч, бүх обьектыг төлвийн диаграм ашиглан загварчлах шаардлагагүй.</a:t>
            </a:r>
          </a:p>
          <a:p>
            <a:pPr algn="just"/>
            <a:endParaRPr lang="mn-MN" sz="2800" dirty="0">
              <a:latin typeface="Times New Roman" panose="02020603050405020304" pitchFamily="18" charset="0"/>
              <a:ea typeface="Sora"/>
              <a:cs typeface="Times New Roman" panose="02020603050405020304" pitchFamily="18" charset="0"/>
              <a:sym typeface="Sora"/>
            </a:endParaRPr>
          </a:p>
          <a:p>
            <a:pPr algn="just"/>
            <a:endParaRPr lang="mn-MN" sz="2800" dirty="0">
              <a:solidFill>
                <a:schemeClr val="tx1"/>
              </a:solidFill>
              <a:latin typeface="Times New Roman" panose="02020603050405020304" pitchFamily="18" charset="0"/>
              <a:cs typeface="Times New Roman" panose="02020603050405020304" pitchFamily="18" charset="0"/>
            </a:endParaRPr>
          </a:p>
          <a:p>
            <a:pPr algn="just"/>
            <a:endParaRPr lang="en-US" sz="2800" dirty="0">
              <a:latin typeface="Times New Roman" panose="02020603050405020304" pitchFamily="18" charset="0"/>
              <a:cs typeface="Times New Roman" panose="02020603050405020304" pitchFamily="18" charset="0"/>
            </a:endParaRPr>
          </a:p>
        </p:txBody>
      </p:sp>
      <p:cxnSp>
        <p:nvCxnSpPr>
          <p:cNvPr id="4" name="Straight Connector 3">
            <a:extLst>
              <a:ext uri="{FF2B5EF4-FFF2-40B4-BE49-F238E27FC236}">
                <a16:creationId xmlns:a16="http://schemas.microsoft.com/office/drawing/2014/main" id="{9A738D2C-C87E-4A11-B545-74D3E5042118}"/>
              </a:ext>
            </a:extLst>
          </p:cNvPr>
          <p:cNvCxnSpPr/>
          <p:nvPr/>
        </p:nvCxnSpPr>
        <p:spPr>
          <a:xfrm>
            <a:off x="627529" y="1649506"/>
            <a:ext cx="10892118" cy="0"/>
          </a:xfrm>
          <a:prstGeom prst="line">
            <a:avLst/>
          </a:prstGeom>
          <a:ln w="381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517457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14D835D3-8773-4CFE-8ED2-4F2E3D823CAD}"/>
              </a:ext>
            </a:extLst>
          </p:cNvPr>
          <p:cNvSpPr/>
          <p:nvPr/>
        </p:nvSpPr>
        <p:spPr>
          <a:xfrm>
            <a:off x="627529" y="2059093"/>
            <a:ext cx="10892118" cy="338247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CB0FF9E9-F1E7-4701-9C2C-1786FB7438E9}"/>
              </a:ext>
            </a:extLst>
          </p:cNvPr>
          <p:cNvCxnSpPr/>
          <p:nvPr/>
        </p:nvCxnSpPr>
        <p:spPr>
          <a:xfrm>
            <a:off x="627529" y="1649506"/>
            <a:ext cx="10892118"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EB997D0B-5546-45E5-A550-DB3735193A2E}"/>
              </a:ext>
            </a:extLst>
          </p:cNvPr>
          <p:cNvSpPr txBox="1"/>
          <p:nvPr/>
        </p:nvSpPr>
        <p:spPr>
          <a:xfrm>
            <a:off x="708212" y="1741946"/>
            <a:ext cx="10775576" cy="3539430"/>
          </a:xfrm>
          <a:prstGeom prst="rect">
            <a:avLst/>
          </a:prstGeom>
          <a:noFill/>
        </p:spPr>
        <p:txBody>
          <a:bodyPr wrap="square">
            <a:spAutoFit/>
          </a:bodyPr>
          <a:lstStyle/>
          <a:p>
            <a:pPr marL="342900" indent="-342900">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endParaRPr>
          </a:p>
          <a:p>
            <a:r>
              <a:rPr lang="mn-MN" sz="2800" b="1" dirty="0">
                <a:latin typeface="Times New Roman" panose="02020603050405020304" pitchFamily="18" charset="0"/>
                <a:cs typeface="Times New Roman" panose="02020603050405020304" pitchFamily="18" charset="0"/>
              </a:rPr>
              <a:t>Жишээ нь</a:t>
            </a:r>
            <a:r>
              <a:rPr lang="en-US" sz="2800" b="1" dirty="0">
                <a:latin typeface="Times New Roman" panose="02020603050405020304" pitchFamily="18" charset="0"/>
                <a:cs typeface="Times New Roman" panose="02020603050405020304" pitchFamily="18" charset="0"/>
              </a:rPr>
              <a:t>:</a:t>
            </a:r>
          </a:p>
          <a:p>
            <a:pPr marL="342900" indent="-342900">
              <a:buFont typeface="Arial" panose="020B0604020202020204" pitchFamily="34" charset="0"/>
              <a:buChar char="•"/>
            </a:pPr>
            <a:r>
              <a:rPr lang="mn-MN" sz="2800" dirty="0">
                <a:latin typeface="Times New Roman" panose="02020603050405020304" pitchFamily="18" charset="0"/>
                <a:cs typeface="Times New Roman" panose="02020603050405020304" pitchFamily="18" charset="0"/>
              </a:rPr>
              <a:t>Цаг хугацаа өнгөрөхөд эмнэлэг дэх өвчтөний төлөв байдал дээр тулгуурлан тэрээр шинэ өвчтөнөөс хуучин өвчтөн рүү шилжинэ.</a:t>
            </a:r>
            <a:r>
              <a:rPr lang="en-US" sz="2800" dirty="0">
                <a:latin typeface="Times New Roman" panose="02020603050405020304" pitchFamily="18" charset="0"/>
                <a:cs typeface="Times New Roman" panose="02020603050405020304" pitchFamily="18" charset="0"/>
              </a:rPr>
              <a:t>(</a:t>
            </a:r>
            <a:r>
              <a:rPr lang="mn-MN" sz="2800" dirty="0">
                <a:latin typeface="Times New Roman" panose="02020603050405020304" pitchFamily="18" charset="0"/>
                <a:cs typeface="Times New Roman" panose="02020603050405020304" pitchFamily="18" charset="0"/>
              </a:rPr>
              <a:t>энэ нь тухайн өвчтөн гэдэг обьект нь шинэ өвчтөн гэсэн төлөвөөс хуучин өвчтөн гэдэг төлөв рүү шилжиж байна.</a:t>
            </a:r>
            <a:r>
              <a:rPr lang="en-US" sz="2800" dirty="0">
                <a:latin typeface="Times New Roman" panose="02020603050405020304" pitchFamily="18" charset="0"/>
                <a:cs typeface="Times New Roman" panose="02020603050405020304" pitchFamily="18" charset="0"/>
              </a:rPr>
              <a:t>)</a:t>
            </a:r>
            <a:endParaRPr lang="mn-MN" sz="28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mn-MN" sz="2800" dirty="0">
                <a:latin typeface="Times New Roman" panose="02020603050405020304" pitchFamily="18" charset="0"/>
                <a:cs typeface="Times New Roman" panose="02020603050405020304" pitchFamily="18" charset="0"/>
              </a:rPr>
              <a:t>Лифт гэдэг обьект нь ДЭЭШЭЭ ЯВАХ, ДООШОО БУУХ, ЗОГСОХ ГЭСЭН 3 ТӨЛӨВТЭЙ </a:t>
            </a:r>
            <a:endParaRPr lang="en-US" sz="2800" dirty="0">
              <a:latin typeface="Times New Roman" panose="02020603050405020304" pitchFamily="18" charset="0"/>
              <a:cs typeface="Times New Roman" panose="02020603050405020304" pitchFamily="18" charset="0"/>
            </a:endParaRPr>
          </a:p>
        </p:txBody>
      </p:sp>
      <p:sp>
        <p:nvSpPr>
          <p:cNvPr id="13" name="Title 1">
            <a:extLst>
              <a:ext uri="{FF2B5EF4-FFF2-40B4-BE49-F238E27FC236}">
                <a16:creationId xmlns:a16="http://schemas.microsoft.com/office/drawing/2014/main" id="{A64204D9-4885-47DA-AD51-1ACA86B1E75E}"/>
              </a:ext>
            </a:extLst>
          </p:cNvPr>
          <p:cNvSpPr txBox="1">
            <a:spLocks/>
          </p:cNvSpPr>
          <p:nvPr/>
        </p:nvSpPr>
        <p:spPr>
          <a:xfrm>
            <a:off x="1177200" y="-127833"/>
            <a:ext cx="10131425" cy="1456267"/>
          </a:xfrm>
          <a:prstGeom prst="rect">
            <a:avLst/>
          </a:prstGeom>
          <a:effectLst/>
        </p:spPr>
        <p:txBody>
          <a:bodyPr vert="horz" lIns="91440" tIns="45720" rIns="91440" bIns="45720" rtlCol="0" anchor="b">
            <a:normAutofit/>
          </a:bodyPr>
          <a:lstStyle>
            <a:lvl1pPr algn="l" defTabSz="457200" rtl="0" eaLnBrk="1" latinLnBrk="0" hangingPunct="1">
              <a:spcBef>
                <a:spcPct val="0"/>
              </a:spcBef>
              <a:buNone/>
              <a:defRPr sz="4000" b="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State diagram-</a:t>
            </a:r>
            <a:r>
              <a:rPr lang="mn-MN" sz="3600" b="1" dirty="0">
                <a:latin typeface="Times New Roman" panose="02020603050405020304" pitchFamily="18" charset="0"/>
                <a:cs typeface="Times New Roman" panose="02020603050405020304" pitchFamily="18" charset="0"/>
              </a:rPr>
              <a:t>ын үндсэн ойлголт</a:t>
            </a:r>
            <a:endParaRPr lang="en-US" sz="36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509222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59DD0787-09E6-438D-9AB9-258AA1F836A2}"/>
              </a:ext>
            </a:extLst>
          </p:cNvPr>
          <p:cNvSpPr/>
          <p:nvPr/>
        </p:nvSpPr>
        <p:spPr>
          <a:xfrm>
            <a:off x="627530" y="3182473"/>
            <a:ext cx="10755158" cy="314661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2">
            <a:extLst>
              <a:ext uri="{FF2B5EF4-FFF2-40B4-BE49-F238E27FC236}">
                <a16:creationId xmlns:a16="http://schemas.microsoft.com/office/drawing/2014/main" id="{44E4F362-C31D-47E2-87A3-E52B45ED0FA2}"/>
              </a:ext>
            </a:extLst>
          </p:cNvPr>
          <p:cNvSpPr txBox="1">
            <a:spLocks/>
          </p:cNvSpPr>
          <p:nvPr/>
        </p:nvSpPr>
        <p:spPr>
          <a:xfrm>
            <a:off x="507502" y="2173941"/>
            <a:ext cx="11138648" cy="4670612"/>
          </a:xfrm>
          <a:prstGeom prst="rect">
            <a:avLst/>
          </a:prstGeom>
        </p:spPr>
        <p:txBody>
          <a:bodyPr vert="horz" lIns="91440" tIns="45720" rIns="91440" bIns="45720" rtlCol="0" anchor="ctr">
            <a:noAutofit/>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marL="342900" indent="-342900">
              <a:buFont typeface="Arial" panose="020B0604020202020204" pitchFamily="34" charset="0"/>
              <a:buChar char="•"/>
            </a:pPr>
            <a:r>
              <a:rPr lang="mn-MN" sz="2800" b="1" dirty="0">
                <a:latin typeface="Times New Roman" panose="02020603050405020304" pitchFamily="18" charset="0"/>
                <a:cs typeface="Times New Roman" panose="02020603050405020304" pitchFamily="18" charset="0"/>
              </a:rPr>
              <a:t>Обьектын төлөв</a:t>
            </a:r>
            <a:r>
              <a:rPr lang="en-US" sz="2800" dirty="0">
                <a:latin typeface="Times New Roman" panose="02020603050405020304" pitchFamily="18" charset="0"/>
                <a:cs typeface="Times New Roman" panose="02020603050405020304" pitchFamily="18" charset="0"/>
              </a:rPr>
              <a:t>:</a:t>
            </a:r>
            <a:r>
              <a:rPr lang="mn-MN" sz="2800" dirty="0">
                <a:latin typeface="Times New Roman" panose="02020603050405020304" pitchFamily="18" charset="0"/>
                <a:cs typeface="Times New Roman" panose="02020603050405020304" pitchFamily="18" charset="0"/>
              </a:rPr>
              <a:t> нь түүний атрибутын утга болон цаг хугацааны тодорхой цэг дэх түүний бусад обьекттой харьцах холбоогоор тодорхойлогдоно. </a:t>
            </a:r>
            <a:br>
              <a:rPr lang="en-US" sz="2800" dirty="0">
                <a:latin typeface="Times New Roman" panose="02020603050405020304" pitchFamily="18" charset="0"/>
                <a:cs typeface="Times New Roman" panose="02020603050405020304" pitchFamily="18" charset="0"/>
              </a:rPr>
            </a:br>
            <a:r>
              <a:rPr lang="mn-MN" sz="2800" b="1" dirty="0">
                <a:latin typeface="Times New Roman" panose="02020603050405020304" pitchFamily="18" charset="0"/>
                <a:cs typeface="Times New Roman" panose="02020603050405020304" pitchFamily="18" charset="0"/>
              </a:rPr>
              <a:t>Жишээ нь</a:t>
            </a:r>
            <a:r>
              <a:rPr lang="en-US" sz="2800" b="1" dirty="0">
                <a:latin typeface="Times New Roman" panose="02020603050405020304" pitchFamily="18" charset="0"/>
                <a:cs typeface="Times New Roman" panose="02020603050405020304" pitchFamily="18" charset="0"/>
              </a:rPr>
              <a:t>:</a:t>
            </a:r>
            <a:r>
              <a:rPr lang="mn-MN" sz="2800" b="1" dirty="0">
                <a:latin typeface="Times New Roman" panose="02020603050405020304" pitchFamily="18" charset="0"/>
                <a:cs typeface="Times New Roman" panose="02020603050405020304" pitchFamily="18" charset="0"/>
              </a:rPr>
              <a:t> </a:t>
            </a:r>
            <a:r>
              <a:rPr lang="mn-MN" sz="2800" dirty="0">
                <a:latin typeface="Times New Roman" panose="02020603050405020304" pitchFamily="18" charset="0"/>
                <a:cs typeface="Times New Roman" panose="02020603050405020304" pitchFamily="18" charset="0"/>
              </a:rPr>
              <a:t>өвчтөн шинэ, одоо, эсвэл хуучин төлөвтэй байж болно. Обьектын атрибутууд буюу шинж чанарууд нь түүний одоогийн төлөвт нөлөөлдөг.</a:t>
            </a:r>
            <a:br>
              <a:rPr lang="mn-MN" sz="2800" dirty="0">
                <a:latin typeface="Times New Roman" panose="02020603050405020304" pitchFamily="18" charset="0"/>
                <a:cs typeface="Times New Roman" panose="02020603050405020304" pitchFamily="18" charset="0"/>
              </a:rPr>
            </a:br>
            <a:r>
              <a:rPr lang="mn-MN" sz="2800" b="1" dirty="0">
                <a:latin typeface="Times New Roman" panose="02020603050405020304" pitchFamily="18" charset="0"/>
                <a:cs typeface="Times New Roman" panose="02020603050405020304" pitchFamily="18" charset="0"/>
              </a:rPr>
              <a:t>Өөр жишээ</a:t>
            </a:r>
            <a:r>
              <a:rPr lang="en-US" sz="2800" dirty="0">
                <a:latin typeface="Times New Roman" panose="02020603050405020304" pitchFamily="18" charset="0"/>
                <a:cs typeface="Times New Roman" panose="02020603050405020304" pitchFamily="18" charset="0"/>
              </a:rPr>
              <a:t>:</a:t>
            </a:r>
            <a:r>
              <a:rPr lang="mn-MN" sz="2800" dirty="0">
                <a:latin typeface="Times New Roman" panose="02020603050405020304" pitchFamily="18" charset="0"/>
                <a:cs typeface="Times New Roman" panose="02020603050405020304" pitchFamily="18" charset="0"/>
              </a:rPr>
              <a:t> Барааны мэдээлэл</a:t>
            </a:r>
            <a:br>
              <a:rPr lang="mn-MN" sz="2800" dirty="0">
                <a:latin typeface="Times New Roman" panose="02020603050405020304" pitchFamily="18" charset="0"/>
                <a:cs typeface="Times New Roman" panose="02020603050405020304" pitchFamily="18" charset="0"/>
              </a:rPr>
            </a:br>
            <a:r>
              <a:rPr lang="mn-MN" sz="2800" dirty="0">
                <a:latin typeface="Times New Roman" panose="02020603050405020304" pitchFamily="18" charset="0"/>
                <a:cs typeface="Times New Roman" panose="02020603050405020304" pitchFamily="18" charset="0"/>
              </a:rPr>
              <a:t>		Төлөв</a:t>
            </a:r>
            <a:r>
              <a:rPr lang="en-US" sz="2800" dirty="0">
                <a:latin typeface="Times New Roman" panose="02020603050405020304" pitchFamily="18" charset="0"/>
                <a:cs typeface="Times New Roman" panose="02020603050405020304" pitchFamily="18" charset="0"/>
              </a:rPr>
              <a:t>:</a:t>
            </a:r>
            <a:r>
              <a:rPr lang="mn-MN" sz="2800" dirty="0">
                <a:latin typeface="Times New Roman" panose="02020603050405020304" pitchFamily="18" charset="0"/>
                <a:cs typeface="Times New Roman" panose="02020603050405020304" pitchFamily="18" charset="0"/>
              </a:rPr>
              <a:t> Бараа </a:t>
            </a:r>
            <a:r>
              <a:rPr lang="en-US" sz="2800" dirty="0">
                <a:latin typeface="Times New Roman" panose="02020603050405020304" pitchFamily="18" charset="0"/>
                <a:cs typeface="Times New Roman" panose="02020603050405020304" pitchFamily="18" charset="0"/>
              </a:rPr>
              <a:t>“</a:t>
            </a:r>
            <a:r>
              <a:rPr lang="mn-MN" sz="2800" dirty="0">
                <a:latin typeface="Times New Roman" panose="02020603050405020304" pitchFamily="18" charset="0"/>
                <a:cs typeface="Times New Roman" panose="02020603050405020304" pitchFamily="18" charset="0"/>
              </a:rPr>
              <a:t>Нөөцтэй</a:t>
            </a:r>
            <a:r>
              <a:rPr lang="en-US" sz="2800" dirty="0">
                <a:latin typeface="Times New Roman" panose="02020603050405020304" pitchFamily="18" charset="0"/>
                <a:cs typeface="Times New Roman" panose="02020603050405020304" pitchFamily="18" charset="0"/>
              </a:rPr>
              <a:t>”</a:t>
            </a:r>
            <a:r>
              <a:rPr lang="mn-MN" sz="2800" dirty="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a:t>
            </a:r>
            <a:r>
              <a:rPr lang="mn-MN" sz="2800" dirty="0">
                <a:latin typeface="Times New Roman" panose="02020603050405020304" pitchFamily="18" charset="0"/>
                <a:cs typeface="Times New Roman" panose="02020603050405020304" pitchFamily="18" charset="0"/>
              </a:rPr>
              <a:t>Нөөцгүй</a:t>
            </a:r>
            <a:r>
              <a:rPr lang="en-US" sz="2800" dirty="0">
                <a:latin typeface="Times New Roman" panose="02020603050405020304" pitchFamily="18" charset="0"/>
                <a:cs typeface="Times New Roman" panose="02020603050405020304" pitchFamily="18" charset="0"/>
              </a:rPr>
              <a:t>”, </a:t>
            </a:r>
            <a:r>
              <a:rPr lang="mn-MN" sz="2800" dirty="0">
                <a:latin typeface="Times New Roman" panose="02020603050405020304" pitchFamily="18" charset="0"/>
                <a:cs typeface="Times New Roman" panose="02020603050405020304" pitchFamily="18" charset="0"/>
              </a:rPr>
              <a:t>төлөвт байж болно.</a:t>
            </a:r>
            <a:br>
              <a:rPr lang="mn-MN" sz="2800" dirty="0">
                <a:latin typeface="Times New Roman" panose="02020603050405020304" pitchFamily="18" charset="0"/>
                <a:cs typeface="Times New Roman" panose="02020603050405020304" pitchFamily="18" charset="0"/>
              </a:rPr>
            </a:br>
            <a:r>
              <a:rPr lang="mn-MN" sz="2800" dirty="0">
                <a:latin typeface="Times New Roman" panose="02020603050405020304" pitchFamily="18" charset="0"/>
                <a:cs typeface="Times New Roman" panose="02020603050405020304" pitchFamily="18" charset="0"/>
              </a:rPr>
              <a:t>		Атрибут</a:t>
            </a:r>
            <a:r>
              <a:rPr lang="en-US" sz="2800" dirty="0">
                <a:latin typeface="Times New Roman" panose="02020603050405020304" pitchFamily="18" charset="0"/>
                <a:cs typeface="Times New Roman" panose="02020603050405020304" pitchFamily="18" charset="0"/>
              </a:rPr>
              <a:t>:</a:t>
            </a:r>
            <a:r>
              <a:rPr lang="mn-MN" sz="2800" dirty="0">
                <a:latin typeface="Times New Roman" panose="02020603050405020304" pitchFamily="18" charset="0"/>
                <a:cs typeface="Times New Roman" panose="02020603050405020304" pitchFamily="18" charset="0"/>
              </a:rPr>
              <a:t> Барааны нэр, үнэ, тоо хэмжээ зэрэг атрибутууд нь тус 		обьектын одоогийн төлөвт нөлөөлдөг.</a:t>
            </a:r>
            <a:br>
              <a:rPr lang="mn-MN" sz="2800" dirty="0">
                <a:latin typeface="Times New Roman" panose="02020603050405020304" pitchFamily="18" charset="0"/>
                <a:cs typeface="Times New Roman" panose="02020603050405020304" pitchFamily="18" charset="0"/>
              </a:rPr>
            </a:br>
            <a:endParaRPr lang="mn-MN" sz="2800" b="1"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endParaRPr lang="mn-MN" sz="2800" dirty="0">
              <a:latin typeface="Times New Roman" panose="02020603050405020304" pitchFamily="18" charset="0"/>
              <a:cs typeface="Times New Roman" panose="02020603050405020304" pitchFamily="18" charset="0"/>
            </a:endParaRPr>
          </a:p>
        </p:txBody>
      </p:sp>
      <p:sp>
        <p:nvSpPr>
          <p:cNvPr id="8" name="Title 1">
            <a:extLst>
              <a:ext uri="{FF2B5EF4-FFF2-40B4-BE49-F238E27FC236}">
                <a16:creationId xmlns:a16="http://schemas.microsoft.com/office/drawing/2014/main" id="{6318C46B-8195-4DF6-9811-115D5441C401}"/>
              </a:ext>
            </a:extLst>
          </p:cNvPr>
          <p:cNvSpPr txBox="1">
            <a:spLocks/>
          </p:cNvSpPr>
          <p:nvPr/>
        </p:nvSpPr>
        <p:spPr>
          <a:xfrm>
            <a:off x="770965" y="889844"/>
            <a:ext cx="10611722" cy="1201270"/>
          </a:xfrm>
          <a:prstGeom prst="rect">
            <a:avLst/>
          </a:prstGeom>
          <a:effectLst/>
        </p:spPr>
        <p:txBody>
          <a:bodyPr vert="horz" lIns="91440" tIns="45720" rIns="91440" bIns="45720" rtlCol="0" anchor="b">
            <a:noAutofit/>
          </a:bodyPr>
          <a:lstStyle>
            <a:lvl1pPr algn="r" defTabSz="457200" rtl="0" eaLnBrk="1" latinLnBrk="0" hangingPunct="1">
              <a:spcBef>
                <a:spcPct val="0"/>
              </a:spcBef>
              <a:buNone/>
              <a:defRPr sz="48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sz="3600" b="1" dirty="0">
                <a:latin typeface="Times New Roman" panose="02020603050405020304" pitchFamily="18" charset="0"/>
                <a:cs typeface="Times New Roman" panose="02020603050405020304" pitchFamily="18" charset="0"/>
              </a:rPr>
              <a:t>State diagram </a:t>
            </a:r>
            <a:r>
              <a:rPr lang="mn-MN" sz="3600" b="1" dirty="0">
                <a:latin typeface="Times New Roman" panose="02020603050405020304" pitchFamily="18" charset="0"/>
                <a:cs typeface="Times New Roman" panose="02020603050405020304" pitchFamily="18" charset="0"/>
              </a:rPr>
              <a:t>-ын</a:t>
            </a:r>
            <a:r>
              <a:rPr lang="en-US" sz="3600" b="1" dirty="0">
                <a:latin typeface="Times New Roman" panose="02020603050405020304" pitchFamily="18" charset="0"/>
                <a:cs typeface="Times New Roman" panose="02020603050405020304" pitchFamily="18" charset="0"/>
              </a:rPr>
              <a:t> </a:t>
            </a:r>
            <a:r>
              <a:rPr lang="mn-MN" sz="3600" b="1" dirty="0">
                <a:latin typeface="Times New Roman" panose="02020603050405020304" pitchFamily="18" charset="0"/>
                <a:cs typeface="Times New Roman" panose="02020603050405020304" pitchFamily="18" charset="0"/>
              </a:rPr>
              <a:t>элемент, нэр томьё ба түүний тодорхойлолт</a:t>
            </a:r>
            <a:br>
              <a:rPr lang="en-US" sz="3600" b="1" dirty="0">
                <a:latin typeface="Times New Roman" panose="02020603050405020304" pitchFamily="18" charset="0"/>
                <a:cs typeface="Times New Roman" panose="02020603050405020304" pitchFamily="18" charset="0"/>
              </a:rPr>
            </a:br>
            <a:endParaRPr lang="en-US" sz="3600" b="1" dirty="0"/>
          </a:p>
        </p:txBody>
      </p:sp>
      <p:cxnSp>
        <p:nvCxnSpPr>
          <p:cNvPr id="10" name="Straight Connector 9">
            <a:extLst>
              <a:ext uri="{FF2B5EF4-FFF2-40B4-BE49-F238E27FC236}">
                <a16:creationId xmlns:a16="http://schemas.microsoft.com/office/drawing/2014/main" id="{A8D26CA2-7EE9-4112-90A4-CBFE2936B130}"/>
              </a:ext>
            </a:extLst>
          </p:cNvPr>
          <p:cNvCxnSpPr/>
          <p:nvPr/>
        </p:nvCxnSpPr>
        <p:spPr>
          <a:xfrm>
            <a:off x="627529" y="1649506"/>
            <a:ext cx="10892118" cy="0"/>
          </a:xfrm>
          <a:prstGeom prst="line">
            <a:avLst/>
          </a:prstGeom>
          <a:ln w="381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419293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E00CE626-BE6B-4ACD-A414-384F731C6EEE}"/>
              </a:ext>
            </a:extLst>
          </p:cNvPr>
          <p:cNvSpPr/>
          <p:nvPr/>
        </p:nvSpPr>
        <p:spPr>
          <a:xfrm>
            <a:off x="770965" y="3639671"/>
            <a:ext cx="10694895" cy="232848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454ECB7C-236D-467C-8C2F-65125CA3E5B5}"/>
              </a:ext>
            </a:extLst>
          </p:cNvPr>
          <p:cNvSpPr txBox="1">
            <a:spLocks/>
          </p:cNvSpPr>
          <p:nvPr/>
        </p:nvSpPr>
        <p:spPr>
          <a:xfrm>
            <a:off x="770965" y="889844"/>
            <a:ext cx="10611722" cy="1201270"/>
          </a:xfrm>
          <a:prstGeom prst="rect">
            <a:avLst/>
          </a:prstGeom>
          <a:effectLst/>
        </p:spPr>
        <p:txBody>
          <a:bodyPr vert="horz" lIns="91440" tIns="45720" rIns="91440" bIns="45720" rtlCol="0" anchor="b">
            <a:noAutofit/>
          </a:bodyPr>
          <a:lstStyle>
            <a:lvl1pPr algn="r" defTabSz="457200" rtl="0" eaLnBrk="1" latinLnBrk="0" hangingPunct="1">
              <a:spcBef>
                <a:spcPct val="0"/>
              </a:spcBef>
              <a:buNone/>
              <a:defRPr sz="48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sz="3600" b="1" dirty="0">
                <a:latin typeface="Times New Roman" panose="02020603050405020304" pitchFamily="18" charset="0"/>
                <a:cs typeface="Times New Roman" panose="02020603050405020304" pitchFamily="18" charset="0"/>
              </a:rPr>
              <a:t>State diagram </a:t>
            </a:r>
            <a:r>
              <a:rPr lang="mn-MN" sz="3600" b="1" dirty="0">
                <a:latin typeface="Times New Roman" panose="02020603050405020304" pitchFamily="18" charset="0"/>
                <a:cs typeface="Times New Roman" panose="02020603050405020304" pitchFamily="18" charset="0"/>
              </a:rPr>
              <a:t>-ын</a:t>
            </a:r>
            <a:r>
              <a:rPr lang="en-US" sz="3600" b="1" dirty="0">
                <a:latin typeface="Times New Roman" panose="02020603050405020304" pitchFamily="18" charset="0"/>
                <a:cs typeface="Times New Roman" panose="02020603050405020304" pitchFamily="18" charset="0"/>
              </a:rPr>
              <a:t> </a:t>
            </a:r>
            <a:r>
              <a:rPr lang="mn-MN" sz="3600" b="1" dirty="0">
                <a:latin typeface="Times New Roman" panose="02020603050405020304" pitchFamily="18" charset="0"/>
                <a:cs typeface="Times New Roman" panose="02020603050405020304" pitchFamily="18" charset="0"/>
              </a:rPr>
              <a:t>элемент, нэр томьё ба түүний тодорхойлолт</a:t>
            </a:r>
            <a:br>
              <a:rPr lang="en-US" sz="3600" b="1" dirty="0">
                <a:latin typeface="Times New Roman" panose="02020603050405020304" pitchFamily="18" charset="0"/>
                <a:cs typeface="Times New Roman" panose="02020603050405020304" pitchFamily="18" charset="0"/>
              </a:rPr>
            </a:br>
            <a:endParaRPr lang="en-US" sz="3600" b="1" dirty="0"/>
          </a:p>
        </p:txBody>
      </p:sp>
      <p:sp>
        <p:nvSpPr>
          <p:cNvPr id="6" name="TextBox 5">
            <a:extLst>
              <a:ext uri="{FF2B5EF4-FFF2-40B4-BE49-F238E27FC236}">
                <a16:creationId xmlns:a16="http://schemas.microsoft.com/office/drawing/2014/main" id="{9B1876FE-40E7-4AF9-80E1-57EDFFF32562}"/>
              </a:ext>
            </a:extLst>
          </p:cNvPr>
          <p:cNvSpPr txBox="1"/>
          <p:nvPr/>
        </p:nvSpPr>
        <p:spPr>
          <a:xfrm>
            <a:off x="726140" y="1890260"/>
            <a:ext cx="10775576" cy="3970318"/>
          </a:xfrm>
          <a:prstGeom prst="rect">
            <a:avLst/>
          </a:prstGeom>
          <a:noFill/>
        </p:spPr>
        <p:txBody>
          <a:bodyPr wrap="square">
            <a:spAutoFit/>
          </a:bodyPr>
          <a:lstStyle/>
          <a:p>
            <a:pPr marL="342900" indent="-342900">
              <a:buFont typeface="Arial" panose="020B0604020202020204" pitchFamily="34" charset="0"/>
              <a:buChar char="•"/>
            </a:pPr>
            <a:r>
              <a:rPr lang="mn-MN" sz="2800" b="1" dirty="0">
                <a:latin typeface="Times New Roman" panose="02020603050405020304" pitchFamily="18" charset="0"/>
                <a:cs typeface="Times New Roman" panose="02020603050405020304" pitchFamily="18" charset="0"/>
              </a:rPr>
              <a:t>Үйл явдал буюу үзэгдэл</a:t>
            </a:r>
            <a:r>
              <a:rPr lang="en-US" sz="2800" b="1" dirty="0">
                <a:latin typeface="Times New Roman" panose="02020603050405020304" pitchFamily="18" charset="0"/>
                <a:cs typeface="Times New Roman" panose="02020603050405020304" pitchFamily="18" charset="0"/>
              </a:rPr>
              <a:t>: </a:t>
            </a:r>
            <a:r>
              <a:rPr lang="mn-MN" sz="2800" dirty="0">
                <a:latin typeface="Times New Roman" panose="02020603050405020304" pitchFamily="18" charset="0"/>
                <a:cs typeface="Times New Roman" panose="02020603050405020304" pitchFamily="18" charset="0"/>
              </a:rPr>
              <a:t>энэ нь тодорхой цаг хугацаанд бий болж, обьектыг дүрслэх утгуудыг өөрчилж, улмаар обьектын төлөвийг өөрчилдөг. Обьектын төлөв нь яг ямар хариу үйлдэл өгөхийг тодорхойлно.</a:t>
            </a:r>
            <a:br>
              <a:rPr lang="en-US" sz="2800" dirty="0">
                <a:latin typeface="Times New Roman" panose="02020603050405020304" pitchFamily="18" charset="0"/>
                <a:cs typeface="Times New Roman" panose="02020603050405020304" pitchFamily="18" charset="0"/>
              </a:rPr>
            </a:br>
            <a:r>
              <a:rPr lang="mn-MN" sz="2800" b="1" dirty="0">
                <a:latin typeface="Times New Roman" panose="02020603050405020304" pitchFamily="18" charset="0"/>
                <a:cs typeface="Times New Roman" panose="02020603050405020304" pitchFamily="18" charset="0"/>
              </a:rPr>
              <a:t>Жишээ нь</a:t>
            </a:r>
            <a:r>
              <a:rPr lang="en-US" sz="2800" b="1" dirty="0">
                <a:latin typeface="Times New Roman" panose="02020603050405020304" pitchFamily="18" charset="0"/>
                <a:cs typeface="Times New Roman" panose="02020603050405020304" pitchFamily="18" charset="0"/>
              </a:rPr>
              <a:t>:</a:t>
            </a:r>
            <a:r>
              <a:rPr lang="mn-MN" sz="2800" b="1" dirty="0">
                <a:latin typeface="Times New Roman" panose="02020603050405020304" pitchFamily="18" charset="0"/>
                <a:cs typeface="Times New Roman" panose="02020603050405020304" pitchFamily="18" charset="0"/>
              </a:rPr>
              <a:t> </a:t>
            </a:r>
            <a:r>
              <a:rPr lang="mn-MN" sz="2800" dirty="0">
                <a:latin typeface="Times New Roman" panose="02020603050405020304" pitchFamily="18" charset="0"/>
                <a:cs typeface="Times New Roman" panose="02020603050405020304" pitchFamily="18" charset="0"/>
              </a:rPr>
              <a:t>Захиалга өгөх үйл явдал</a:t>
            </a:r>
            <a:br>
              <a:rPr lang="mn-MN" sz="2800" dirty="0">
                <a:latin typeface="Times New Roman" panose="02020603050405020304" pitchFamily="18" charset="0"/>
                <a:cs typeface="Times New Roman" panose="02020603050405020304" pitchFamily="18" charset="0"/>
              </a:rPr>
            </a:br>
            <a:r>
              <a:rPr lang="mn-MN" sz="2800" dirty="0">
                <a:latin typeface="Times New Roman" panose="02020603050405020304" pitchFamily="18" charset="0"/>
                <a:cs typeface="Times New Roman" panose="02020603050405020304" pitchFamily="18" charset="0"/>
              </a:rPr>
              <a:t>		Үйл явдал</a:t>
            </a:r>
            <a:r>
              <a:rPr lang="en-US" sz="2800" dirty="0">
                <a:latin typeface="Times New Roman" panose="02020603050405020304" pitchFamily="18" charset="0"/>
                <a:cs typeface="Times New Roman" panose="02020603050405020304" pitchFamily="18" charset="0"/>
              </a:rPr>
              <a:t>: </a:t>
            </a:r>
            <a:r>
              <a:rPr lang="mn-MN" sz="2800" dirty="0">
                <a:latin typeface="Times New Roman" panose="02020603050405020304" pitchFamily="18" charset="0"/>
                <a:cs typeface="Times New Roman" panose="02020603050405020304" pitchFamily="18" charset="0"/>
              </a:rPr>
              <a:t>Хэрэглэгч</a:t>
            </a:r>
            <a:r>
              <a:rPr lang="en-US" sz="2800" dirty="0">
                <a:latin typeface="Times New Roman" panose="02020603050405020304" pitchFamily="18" charset="0"/>
                <a:cs typeface="Times New Roman" panose="02020603050405020304" pitchFamily="18" charset="0"/>
              </a:rPr>
              <a:t> “</a:t>
            </a:r>
            <a:r>
              <a:rPr lang="mn-MN" sz="2800" dirty="0">
                <a:latin typeface="Times New Roman" panose="02020603050405020304" pitchFamily="18" charset="0"/>
                <a:cs typeface="Times New Roman" panose="02020603050405020304" pitchFamily="18" charset="0"/>
              </a:rPr>
              <a:t>Захиалга өгөх</a:t>
            </a:r>
            <a:r>
              <a:rPr lang="en-US" sz="2800" dirty="0">
                <a:latin typeface="Times New Roman" panose="02020603050405020304" pitchFamily="18" charset="0"/>
                <a:cs typeface="Times New Roman" panose="02020603050405020304" pitchFamily="18" charset="0"/>
              </a:rPr>
              <a:t>”</a:t>
            </a:r>
            <a:r>
              <a:rPr lang="mn-MN" sz="2800" dirty="0">
                <a:latin typeface="Times New Roman" panose="02020603050405020304" pitchFamily="18" charset="0"/>
                <a:cs typeface="Times New Roman" panose="02020603050405020304" pitchFamily="18" charset="0"/>
              </a:rPr>
              <a:t> товчийг дарж, системд 			шинэ захиалга үүсэх</a:t>
            </a:r>
            <a:br>
              <a:rPr lang="mn-MN" sz="2800" dirty="0">
                <a:latin typeface="Times New Roman" panose="02020603050405020304" pitchFamily="18" charset="0"/>
                <a:cs typeface="Times New Roman" panose="02020603050405020304" pitchFamily="18" charset="0"/>
              </a:rPr>
            </a:br>
            <a:r>
              <a:rPr lang="mn-MN" sz="2800" dirty="0">
                <a:latin typeface="Times New Roman" panose="02020603050405020304" pitchFamily="18" charset="0"/>
                <a:cs typeface="Times New Roman" panose="02020603050405020304" pitchFamily="18" charset="0"/>
              </a:rPr>
              <a:t>		Нөлөөлөл</a:t>
            </a:r>
            <a:r>
              <a:rPr lang="en-US" sz="2800" dirty="0">
                <a:latin typeface="Times New Roman" panose="02020603050405020304" pitchFamily="18" charset="0"/>
                <a:cs typeface="Times New Roman" panose="02020603050405020304" pitchFamily="18" charset="0"/>
              </a:rPr>
              <a:t>: </a:t>
            </a:r>
            <a:r>
              <a:rPr lang="mn-MN" sz="2800" dirty="0">
                <a:latin typeface="Times New Roman" panose="02020603050405020304" pitchFamily="18" charset="0"/>
                <a:cs typeface="Times New Roman" panose="02020603050405020304" pitchFamily="18" charset="0"/>
              </a:rPr>
              <a:t>Захиалга үүсэх үед барааны статиус өөрчлөгдөж 				</a:t>
            </a:r>
            <a:r>
              <a:rPr lang="en-US" sz="2800" dirty="0">
                <a:latin typeface="Times New Roman" panose="02020603050405020304" pitchFamily="18" charset="0"/>
                <a:cs typeface="Times New Roman" panose="02020603050405020304" pitchFamily="18" charset="0"/>
              </a:rPr>
              <a:t>“</a:t>
            </a:r>
            <a:r>
              <a:rPr lang="mn-MN" sz="2800" dirty="0">
                <a:latin typeface="Times New Roman" panose="02020603050405020304" pitchFamily="18" charset="0"/>
                <a:cs typeface="Times New Roman" panose="02020603050405020304" pitchFamily="18" charset="0"/>
              </a:rPr>
              <a:t>Захиалга өгсөн</a:t>
            </a:r>
            <a:r>
              <a:rPr lang="en-US" sz="2800" dirty="0">
                <a:latin typeface="Times New Roman" panose="02020603050405020304" pitchFamily="18" charset="0"/>
                <a:cs typeface="Times New Roman" panose="02020603050405020304" pitchFamily="18" charset="0"/>
              </a:rPr>
              <a:t>”</a:t>
            </a:r>
            <a:r>
              <a:rPr lang="mn-MN" sz="2800" dirty="0">
                <a:latin typeface="Times New Roman" panose="02020603050405020304" pitchFamily="18" charset="0"/>
                <a:cs typeface="Times New Roman" panose="02020603050405020304" pitchFamily="18" charset="0"/>
              </a:rPr>
              <a:t> төлөвт шилжинэ.</a:t>
            </a:r>
            <a:endParaRPr lang="mn-MN" sz="2800" b="1" dirty="0">
              <a:latin typeface="Times New Roman" panose="02020603050405020304" pitchFamily="18" charset="0"/>
              <a:cs typeface="Times New Roman" panose="02020603050405020304" pitchFamily="18" charset="0"/>
            </a:endParaRPr>
          </a:p>
        </p:txBody>
      </p:sp>
      <p:cxnSp>
        <p:nvCxnSpPr>
          <p:cNvPr id="7" name="Straight Connector 6">
            <a:extLst>
              <a:ext uri="{FF2B5EF4-FFF2-40B4-BE49-F238E27FC236}">
                <a16:creationId xmlns:a16="http://schemas.microsoft.com/office/drawing/2014/main" id="{59FA12B8-9017-4835-9D95-F22371A4C402}"/>
              </a:ext>
            </a:extLst>
          </p:cNvPr>
          <p:cNvCxnSpPr/>
          <p:nvPr/>
        </p:nvCxnSpPr>
        <p:spPr>
          <a:xfrm>
            <a:off x="627529" y="1649506"/>
            <a:ext cx="10892118" cy="0"/>
          </a:xfrm>
          <a:prstGeom prst="line">
            <a:avLst/>
          </a:prstGeom>
          <a:ln w="381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287621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961D4095-FD7C-4B40-AEAD-7E99D317B89C}"/>
              </a:ext>
            </a:extLst>
          </p:cNvPr>
          <p:cNvSpPr/>
          <p:nvPr/>
        </p:nvSpPr>
        <p:spPr>
          <a:xfrm>
            <a:off x="224119" y="3361766"/>
            <a:ext cx="11797552" cy="335279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Placeholder 2">
            <a:extLst>
              <a:ext uri="{FF2B5EF4-FFF2-40B4-BE49-F238E27FC236}">
                <a16:creationId xmlns:a16="http://schemas.microsoft.com/office/drawing/2014/main" id="{8CE47DA3-F2D4-49A8-B25A-590768208107}"/>
              </a:ext>
            </a:extLst>
          </p:cNvPr>
          <p:cNvSpPr>
            <a:spLocks noGrp="1"/>
          </p:cNvSpPr>
          <p:nvPr>
            <p:ph type="body" idx="1"/>
          </p:nvPr>
        </p:nvSpPr>
        <p:spPr>
          <a:xfrm>
            <a:off x="89648" y="1846722"/>
            <a:ext cx="12469906" cy="4867835"/>
          </a:xfrm>
        </p:spPr>
        <p:txBody>
          <a:bodyPr>
            <a:noAutofit/>
          </a:bodyPr>
          <a:lstStyle/>
          <a:p>
            <a:pPr marL="342900" indent="-342900">
              <a:buFont typeface="Arial" panose="020B0604020202020204" pitchFamily="34" charset="0"/>
              <a:buChar char="•"/>
            </a:pPr>
            <a:r>
              <a:rPr lang="mn-MN" sz="2400" b="1" dirty="0">
                <a:latin typeface="Times New Roman" panose="02020603050405020304" pitchFamily="18" charset="0"/>
                <a:cs typeface="Times New Roman" panose="02020603050405020304" pitchFamily="18" charset="0"/>
              </a:rPr>
              <a:t>Шилжилт</a:t>
            </a:r>
            <a:r>
              <a:rPr lang="en-US" sz="2400" b="1" dirty="0">
                <a:latin typeface="Times New Roman" panose="02020603050405020304" pitchFamily="18" charset="0"/>
                <a:cs typeface="Times New Roman" panose="02020603050405020304" pitchFamily="18" charset="0"/>
              </a:rPr>
              <a:t>: </a:t>
            </a:r>
            <a:r>
              <a:rPr lang="mn-MN" sz="2400" b="1" dirty="0">
                <a:latin typeface="Times New Roman" panose="02020603050405020304" pitchFamily="18" charset="0"/>
                <a:cs typeface="Times New Roman" panose="02020603050405020304" pitchFamily="18" charset="0"/>
              </a:rPr>
              <a:t>О</a:t>
            </a:r>
            <a:r>
              <a:rPr lang="mn-MN" sz="2400" dirty="0">
                <a:latin typeface="Times New Roman" panose="02020603050405020304" pitchFamily="18" charset="0"/>
                <a:cs typeface="Times New Roman" panose="02020603050405020304" pitchFamily="18" charset="0"/>
              </a:rPr>
              <a:t>бьектын нэг төлөвөөс нөгөө төлөв рүүх шилжилтийг илэрхийлэх холбоо болно. Зарим шилжилт нь хамгаалах нөхцөлтэй. Хамгаалах нөхцөл нь зөвхөн нөхцөл</a:t>
            </a:r>
            <a:br>
              <a:rPr lang="mn-MN" sz="2400" dirty="0">
                <a:latin typeface="Times New Roman" panose="02020603050405020304" pitchFamily="18" charset="0"/>
                <a:cs typeface="Times New Roman" panose="02020603050405020304" pitchFamily="18" charset="0"/>
              </a:rPr>
            </a:br>
            <a:r>
              <a:rPr lang="mn-MN" sz="2400" dirty="0">
                <a:latin typeface="Times New Roman" panose="02020603050405020304" pitchFamily="18" charset="0"/>
                <a:cs typeface="Times New Roman" panose="02020603050405020304" pitchFamily="18" charset="0"/>
              </a:rPr>
              <a:t>үнэн үед шилжилтийг хийх боломжийг олгодог. Обьект нь үйл явдлаар өдөөгдсөн үйлдлийн үр дээр суурилсан нэг төлөвөөс нөгөө рүү шилжилнэ. </a:t>
            </a:r>
            <a:br>
              <a:rPr lang="mn-MN" sz="2400" dirty="0">
                <a:latin typeface="Times New Roman" panose="02020603050405020304" pitchFamily="18" charset="0"/>
                <a:cs typeface="Times New Roman" panose="02020603050405020304" pitchFamily="18" charset="0"/>
              </a:rPr>
            </a:br>
            <a:r>
              <a:rPr lang="mn-MN" sz="2400" b="1" dirty="0">
                <a:latin typeface="Times New Roman" panose="02020603050405020304" pitchFamily="18" charset="0"/>
                <a:cs typeface="Times New Roman" panose="02020603050405020304" pitchFamily="18" charset="0"/>
              </a:rPr>
              <a:t>Жишээ нь</a:t>
            </a:r>
            <a:r>
              <a:rPr lang="en-US" sz="2400" b="1" dirty="0">
                <a:latin typeface="Times New Roman" panose="02020603050405020304" pitchFamily="18" charset="0"/>
                <a:cs typeface="Times New Roman" panose="02020603050405020304" pitchFamily="18" charset="0"/>
              </a:rPr>
              <a:t>:</a:t>
            </a:r>
            <a:br>
              <a:rPr lang="en-US" sz="2400" dirty="0">
                <a:latin typeface="Times New Roman" panose="02020603050405020304" pitchFamily="18" charset="0"/>
                <a:cs typeface="Times New Roman" panose="02020603050405020304" pitchFamily="18" charset="0"/>
              </a:rPr>
            </a:br>
            <a:r>
              <a:rPr lang="mn-MN" sz="2400" dirty="0">
                <a:latin typeface="Times New Roman" panose="02020603050405020304" pitchFamily="18" charset="0"/>
                <a:cs typeface="Times New Roman" panose="02020603050405020304" pitchFamily="18" charset="0"/>
              </a:rPr>
              <a:t>Мэдээллийн систем доторх хэрэглэгчийн статус</a:t>
            </a:r>
            <a:br>
              <a:rPr lang="mn-MN" sz="2400" dirty="0">
                <a:latin typeface="Times New Roman" panose="02020603050405020304" pitchFamily="18" charset="0"/>
                <a:cs typeface="Times New Roman" panose="02020603050405020304" pitchFamily="18" charset="0"/>
              </a:rPr>
            </a:br>
            <a:r>
              <a:rPr lang="mn-MN" sz="2400" dirty="0">
                <a:latin typeface="Times New Roman" panose="02020603050405020304" pitchFamily="18" charset="0"/>
                <a:cs typeface="Times New Roman" panose="02020603050405020304" pitchFamily="18" charset="0"/>
              </a:rPr>
              <a:t>		Шилжилт</a:t>
            </a:r>
            <a:r>
              <a:rPr lang="en-US" sz="2400" dirty="0">
                <a:latin typeface="Times New Roman" panose="02020603050405020304" pitchFamily="18" charset="0"/>
                <a:cs typeface="Times New Roman" panose="02020603050405020304" pitchFamily="18" charset="0"/>
              </a:rPr>
              <a:t>: </a:t>
            </a:r>
            <a:r>
              <a:rPr lang="mn-MN" sz="2400" dirty="0">
                <a:latin typeface="Times New Roman" panose="02020603050405020304" pitchFamily="18" charset="0"/>
                <a:cs typeface="Times New Roman" panose="02020603050405020304" pitchFamily="18" charset="0"/>
              </a:rPr>
              <a:t>Хэрэглэгч </a:t>
            </a:r>
            <a:r>
              <a:rPr lang="en-US" sz="2400" dirty="0">
                <a:latin typeface="Times New Roman" panose="02020603050405020304" pitchFamily="18" charset="0"/>
                <a:cs typeface="Times New Roman" panose="02020603050405020304" pitchFamily="18" charset="0"/>
              </a:rPr>
              <a:t>“</a:t>
            </a:r>
            <a:r>
              <a:rPr lang="mn-MN" sz="2400" dirty="0">
                <a:latin typeface="Times New Roman" panose="02020603050405020304" pitchFamily="18" charset="0"/>
                <a:cs typeface="Times New Roman" panose="02020603050405020304" pitchFamily="18" charset="0"/>
              </a:rPr>
              <a:t>Идэвхтэй</a:t>
            </a:r>
            <a:r>
              <a:rPr lang="en-US" sz="2400" dirty="0">
                <a:latin typeface="Times New Roman" panose="02020603050405020304" pitchFamily="18" charset="0"/>
                <a:cs typeface="Times New Roman" panose="02020603050405020304" pitchFamily="18" charset="0"/>
              </a:rPr>
              <a:t>”</a:t>
            </a:r>
            <a:r>
              <a:rPr lang="mn-MN" sz="2400" dirty="0">
                <a:latin typeface="Times New Roman" panose="02020603050405020304" pitchFamily="18" charset="0"/>
                <a:cs typeface="Times New Roman" panose="02020603050405020304" pitchFamily="18" charset="0"/>
              </a:rPr>
              <a:t> төлөвөөс </a:t>
            </a:r>
            <a:r>
              <a:rPr lang="en-US" sz="2400" dirty="0">
                <a:latin typeface="Times New Roman" panose="02020603050405020304" pitchFamily="18" charset="0"/>
                <a:cs typeface="Times New Roman" panose="02020603050405020304" pitchFamily="18" charset="0"/>
              </a:rPr>
              <a:t>“</a:t>
            </a:r>
            <a:r>
              <a:rPr lang="mn-MN" sz="2400" dirty="0">
                <a:latin typeface="Times New Roman" panose="02020603050405020304" pitchFamily="18" charset="0"/>
                <a:cs typeface="Times New Roman" panose="02020603050405020304" pitchFamily="18" charset="0"/>
              </a:rPr>
              <a:t>Идэвхгүй</a:t>
            </a:r>
            <a:r>
              <a:rPr lang="en-US" sz="2400" dirty="0">
                <a:latin typeface="Times New Roman" panose="02020603050405020304" pitchFamily="18" charset="0"/>
                <a:cs typeface="Times New Roman" panose="02020603050405020304" pitchFamily="18" charset="0"/>
              </a:rPr>
              <a:t>”</a:t>
            </a:r>
            <a:r>
              <a:rPr lang="mn-MN" sz="2400" dirty="0">
                <a:latin typeface="Times New Roman" panose="02020603050405020304" pitchFamily="18" charset="0"/>
                <a:cs typeface="Times New Roman" panose="02020603050405020304" pitchFamily="18" charset="0"/>
              </a:rPr>
              <a:t> төлөв рүү шилжих</a:t>
            </a:r>
            <a:br>
              <a:rPr lang="mn-MN" sz="2400" dirty="0">
                <a:latin typeface="Times New Roman" panose="02020603050405020304" pitchFamily="18" charset="0"/>
                <a:cs typeface="Times New Roman" panose="02020603050405020304" pitchFamily="18" charset="0"/>
              </a:rPr>
            </a:br>
            <a:r>
              <a:rPr lang="mn-MN" sz="2400" dirty="0">
                <a:latin typeface="Times New Roman" panose="02020603050405020304" pitchFamily="18" charset="0"/>
                <a:cs typeface="Times New Roman" panose="02020603050405020304" pitchFamily="18" charset="0"/>
              </a:rPr>
              <a:t>		Хамгаалах нөхцөл</a:t>
            </a:r>
            <a:r>
              <a:rPr lang="en-US" sz="2400" dirty="0">
                <a:latin typeface="Times New Roman" panose="02020603050405020304" pitchFamily="18" charset="0"/>
                <a:cs typeface="Times New Roman" panose="02020603050405020304" pitchFamily="18" charset="0"/>
              </a:rPr>
              <a:t>: </a:t>
            </a:r>
            <a:r>
              <a:rPr lang="mn-MN" sz="2400" dirty="0">
                <a:latin typeface="Times New Roman" panose="02020603050405020304" pitchFamily="18" charset="0"/>
                <a:cs typeface="Times New Roman" panose="02020603050405020304" pitchFamily="18" charset="0"/>
              </a:rPr>
              <a:t>Хэрэглэгчийн сүүлийн логин хийсэн хугацаа 30 хоногоос дээш </a:t>
            </a:r>
            <a:br>
              <a:rPr lang="mn-MN" sz="2400" dirty="0">
                <a:latin typeface="Times New Roman" panose="02020603050405020304" pitchFamily="18" charset="0"/>
                <a:cs typeface="Times New Roman" panose="02020603050405020304" pitchFamily="18" charset="0"/>
              </a:rPr>
            </a:br>
            <a:r>
              <a:rPr lang="mn-MN" sz="2400" dirty="0">
                <a:latin typeface="Times New Roman" panose="02020603050405020304" pitchFamily="18" charset="0"/>
                <a:cs typeface="Times New Roman" panose="02020603050405020304" pitchFamily="18" charset="0"/>
              </a:rPr>
              <a:t>		бол шилжилт хийх боломжгүй. Бүүр энгийн жишээг авч үзвэл</a:t>
            </a:r>
            <a:r>
              <a:rPr lang="en-US" sz="2400" dirty="0">
                <a:latin typeface="Times New Roman" panose="02020603050405020304" pitchFamily="18" charset="0"/>
                <a:cs typeface="Times New Roman" panose="02020603050405020304" pitchFamily="18" charset="0"/>
              </a:rPr>
              <a:t>: </a:t>
            </a:r>
            <a:r>
              <a:rPr lang="mn-MN" sz="2400" dirty="0">
                <a:latin typeface="Times New Roman" panose="02020603050405020304" pitchFamily="18" charset="0"/>
                <a:cs typeface="Times New Roman" panose="02020603050405020304" pitchFamily="18" charset="0"/>
              </a:rPr>
              <a:t>Гэрэл</a:t>
            </a:r>
            <a:br>
              <a:rPr lang="mn-MN" sz="2400" dirty="0">
                <a:latin typeface="Times New Roman" panose="02020603050405020304" pitchFamily="18" charset="0"/>
                <a:cs typeface="Times New Roman" panose="02020603050405020304" pitchFamily="18" charset="0"/>
              </a:rPr>
            </a:br>
            <a:r>
              <a:rPr lang="mn-MN" sz="2400" dirty="0">
                <a:latin typeface="Times New Roman" panose="02020603050405020304" pitchFamily="18" charset="0"/>
                <a:cs typeface="Times New Roman" panose="02020603050405020304" pitchFamily="18" charset="0"/>
              </a:rPr>
              <a:t>		Шилжилт</a:t>
            </a:r>
            <a:r>
              <a:rPr lang="en-US" sz="2400" dirty="0">
                <a:latin typeface="Times New Roman" panose="02020603050405020304" pitchFamily="18" charset="0"/>
                <a:cs typeface="Times New Roman" panose="02020603050405020304" pitchFamily="18" charset="0"/>
              </a:rPr>
              <a:t>: </a:t>
            </a:r>
            <a:r>
              <a:rPr lang="mn-MN" sz="2400" dirty="0">
                <a:latin typeface="Times New Roman" panose="02020603050405020304" pitchFamily="18" charset="0"/>
                <a:cs typeface="Times New Roman" panose="02020603050405020304" pitchFamily="18" charset="0"/>
              </a:rPr>
              <a:t>Гэрэл</a:t>
            </a:r>
            <a:r>
              <a:rPr lang="en-US" sz="2400" dirty="0">
                <a:latin typeface="Times New Roman" panose="02020603050405020304" pitchFamily="18" charset="0"/>
                <a:cs typeface="Times New Roman" panose="02020603050405020304" pitchFamily="18" charset="0"/>
              </a:rPr>
              <a:t> “</a:t>
            </a:r>
            <a:r>
              <a:rPr lang="mn-MN" sz="2400" dirty="0">
                <a:latin typeface="Times New Roman" panose="02020603050405020304" pitchFamily="18" charset="0"/>
                <a:cs typeface="Times New Roman" panose="02020603050405020304" pitchFamily="18" charset="0"/>
              </a:rPr>
              <a:t>Нээлттэй</a:t>
            </a:r>
            <a:r>
              <a:rPr lang="en-US" sz="2400" dirty="0">
                <a:latin typeface="Times New Roman" panose="02020603050405020304" pitchFamily="18" charset="0"/>
                <a:cs typeface="Times New Roman" panose="02020603050405020304" pitchFamily="18" charset="0"/>
              </a:rPr>
              <a:t>”</a:t>
            </a:r>
            <a:r>
              <a:rPr lang="mn-MN" sz="2400"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a:t>
            </a:r>
            <a:r>
              <a:rPr lang="mn-MN" sz="2400" dirty="0">
                <a:latin typeface="Times New Roman" panose="02020603050405020304" pitchFamily="18" charset="0"/>
                <a:cs typeface="Times New Roman" panose="02020603050405020304" pitchFamily="18" charset="0"/>
              </a:rPr>
              <a:t>ажиллаж байгаа</a:t>
            </a:r>
            <a:r>
              <a:rPr lang="en-US" sz="2400" dirty="0">
                <a:latin typeface="Times New Roman" panose="02020603050405020304" pitchFamily="18" charset="0"/>
                <a:cs typeface="Times New Roman" panose="02020603050405020304" pitchFamily="18" charset="0"/>
              </a:rPr>
              <a:t>) </a:t>
            </a:r>
            <a:r>
              <a:rPr lang="mn-MN" sz="2400" dirty="0">
                <a:latin typeface="Times New Roman" panose="02020603050405020304" pitchFamily="18" charset="0"/>
                <a:cs typeface="Times New Roman" panose="02020603050405020304" pitchFamily="18" charset="0"/>
              </a:rPr>
              <a:t>төлөвөөс </a:t>
            </a:r>
            <a:r>
              <a:rPr lang="en-US" sz="2400" dirty="0">
                <a:latin typeface="Times New Roman" panose="02020603050405020304" pitchFamily="18" charset="0"/>
                <a:cs typeface="Times New Roman" panose="02020603050405020304" pitchFamily="18" charset="0"/>
              </a:rPr>
              <a:t>“</a:t>
            </a:r>
            <a:r>
              <a:rPr lang="mn-MN" sz="2400" dirty="0">
                <a:latin typeface="Times New Roman" panose="02020603050405020304" pitchFamily="18" charset="0"/>
                <a:cs typeface="Times New Roman" panose="02020603050405020304" pitchFamily="18" charset="0"/>
              </a:rPr>
              <a:t>Хаалттай</a:t>
            </a:r>
            <a:r>
              <a:rPr lang="en-US" sz="2400" dirty="0">
                <a:latin typeface="Times New Roman" panose="02020603050405020304" pitchFamily="18" charset="0"/>
                <a:cs typeface="Times New Roman" panose="02020603050405020304" pitchFamily="18" charset="0"/>
              </a:rPr>
              <a:t>”</a:t>
            </a:r>
            <a:r>
              <a:rPr lang="mn-MN" sz="2400"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a:t>
            </a:r>
            <a:r>
              <a:rPr lang="mn-MN" sz="2400" dirty="0">
                <a:latin typeface="Times New Roman" panose="02020603050405020304" pitchFamily="18" charset="0"/>
                <a:cs typeface="Times New Roman" panose="02020603050405020304" pitchFamily="18" charset="0"/>
              </a:rPr>
              <a:t>ажиллахгүй</a:t>
            </a:r>
            <a:r>
              <a:rPr lang="en-US" sz="2400" dirty="0">
                <a:latin typeface="Times New Roman" panose="02020603050405020304" pitchFamily="18" charset="0"/>
                <a:cs typeface="Times New Roman" panose="02020603050405020304" pitchFamily="18" charset="0"/>
              </a:rPr>
              <a:t>) </a:t>
            </a:r>
            <a:r>
              <a:rPr lang="mn-MN" sz="2400" dirty="0">
                <a:latin typeface="Times New Roman" panose="02020603050405020304" pitchFamily="18" charset="0"/>
                <a:cs typeface="Times New Roman" panose="02020603050405020304" pitchFamily="18" charset="0"/>
              </a:rPr>
              <a:t>			төлөв рүү </a:t>
            </a:r>
            <a:r>
              <a:rPr lang="en-US" sz="2400" dirty="0">
                <a:latin typeface="Times New Roman" panose="02020603050405020304" pitchFamily="18" charset="0"/>
                <a:cs typeface="Times New Roman" panose="02020603050405020304" pitchFamily="18" charset="0"/>
              </a:rPr>
              <a:t>	</a:t>
            </a:r>
            <a:r>
              <a:rPr lang="mn-MN" sz="2400" dirty="0">
                <a:latin typeface="Times New Roman" panose="02020603050405020304" pitchFamily="18" charset="0"/>
                <a:cs typeface="Times New Roman" panose="02020603050405020304" pitchFamily="18" charset="0"/>
              </a:rPr>
              <a:t>шилжих</a:t>
            </a:r>
            <a:br>
              <a:rPr lang="mn-MN" sz="2400" dirty="0">
                <a:latin typeface="Times New Roman" panose="02020603050405020304" pitchFamily="18" charset="0"/>
                <a:cs typeface="Times New Roman" panose="02020603050405020304" pitchFamily="18" charset="0"/>
              </a:rPr>
            </a:br>
            <a:r>
              <a:rPr lang="mn-MN" sz="2400" dirty="0">
                <a:latin typeface="Times New Roman" panose="02020603050405020304" pitchFamily="18" charset="0"/>
                <a:cs typeface="Times New Roman" panose="02020603050405020304" pitchFamily="18" charset="0"/>
              </a:rPr>
              <a:t>		Хамгаалах нөхцөл</a:t>
            </a:r>
            <a:r>
              <a:rPr lang="en-US" sz="2400" dirty="0">
                <a:latin typeface="Times New Roman" panose="02020603050405020304" pitchFamily="18" charset="0"/>
                <a:cs typeface="Times New Roman" panose="02020603050405020304" pitchFamily="18" charset="0"/>
              </a:rPr>
              <a:t>: </a:t>
            </a:r>
            <a:r>
              <a:rPr lang="mn-MN" sz="2400" dirty="0">
                <a:latin typeface="Times New Roman" panose="02020603050405020304" pitchFamily="18" charset="0"/>
                <a:cs typeface="Times New Roman" panose="02020603050405020304" pitchFamily="18" charset="0"/>
              </a:rPr>
              <a:t>Гэрэл доторхи унтраалга нь </a:t>
            </a:r>
            <a:r>
              <a:rPr lang="en-US" sz="2400" dirty="0">
                <a:latin typeface="Times New Roman" panose="02020603050405020304" pitchFamily="18" charset="0"/>
                <a:cs typeface="Times New Roman" panose="02020603050405020304" pitchFamily="18" charset="0"/>
              </a:rPr>
              <a:t>“</a:t>
            </a:r>
            <a:r>
              <a:rPr lang="mn-MN" sz="2400" dirty="0">
                <a:latin typeface="Times New Roman" panose="02020603050405020304" pitchFamily="18" charset="0"/>
                <a:cs typeface="Times New Roman" panose="02020603050405020304" pitchFamily="18" charset="0"/>
              </a:rPr>
              <a:t>Нээлттэй</a:t>
            </a:r>
            <a:r>
              <a:rPr lang="en-US" sz="2400" dirty="0">
                <a:latin typeface="Times New Roman" panose="02020603050405020304" pitchFamily="18" charset="0"/>
                <a:cs typeface="Times New Roman" panose="02020603050405020304" pitchFamily="18" charset="0"/>
              </a:rPr>
              <a:t>”</a:t>
            </a:r>
            <a:r>
              <a:rPr lang="mn-MN" sz="2400" dirty="0">
                <a:latin typeface="Times New Roman" panose="02020603050405020304" pitchFamily="18" charset="0"/>
                <a:cs typeface="Times New Roman" panose="02020603050405020304" pitchFamily="18" charset="0"/>
              </a:rPr>
              <a:t> байх үед л гэрэл 					</a:t>
            </a:r>
            <a:r>
              <a:rPr lang="en-US" sz="2400" dirty="0">
                <a:latin typeface="Times New Roman" panose="02020603050405020304" pitchFamily="18" charset="0"/>
                <a:cs typeface="Times New Roman" panose="02020603050405020304" pitchFamily="18" charset="0"/>
              </a:rPr>
              <a:t>“</a:t>
            </a:r>
            <a:r>
              <a:rPr lang="mn-MN" sz="2400" dirty="0">
                <a:latin typeface="Times New Roman" panose="02020603050405020304" pitchFamily="18" charset="0"/>
                <a:cs typeface="Times New Roman" panose="02020603050405020304" pitchFamily="18" charset="0"/>
              </a:rPr>
              <a:t>Хаалттай</a:t>
            </a:r>
            <a:r>
              <a:rPr lang="en-US" sz="2400" dirty="0">
                <a:latin typeface="Times New Roman" panose="02020603050405020304" pitchFamily="18" charset="0"/>
                <a:cs typeface="Times New Roman" panose="02020603050405020304" pitchFamily="18" charset="0"/>
              </a:rPr>
              <a:t>” </a:t>
            </a:r>
            <a:r>
              <a:rPr lang="mn-MN" sz="2400" dirty="0">
                <a:latin typeface="Times New Roman" panose="02020603050405020304" pitchFamily="18" charset="0"/>
                <a:cs typeface="Times New Roman" panose="02020603050405020304" pitchFamily="18" charset="0"/>
              </a:rPr>
              <a:t>төлөв рүү шилжиж чадна.	</a:t>
            </a:r>
          </a:p>
        </p:txBody>
      </p:sp>
      <p:sp>
        <p:nvSpPr>
          <p:cNvPr id="8" name="Title 1">
            <a:extLst>
              <a:ext uri="{FF2B5EF4-FFF2-40B4-BE49-F238E27FC236}">
                <a16:creationId xmlns:a16="http://schemas.microsoft.com/office/drawing/2014/main" id="{2913A03F-7F72-460B-BAEE-075E29EDBCE4}"/>
              </a:ext>
            </a:extLst>
          </p:cNvPr>
          <p:cNvSpPr txBox="1">
            <a:spLocks/>
          </p:cNvSpPr>
          <p:nvPr/>
        </p:nvSpPr>
        <p:spPr>
          <a:xfrm>
            <a:off x="770965" y="889844"/>
            <a:ext cx="10611722" cy="1201270"/>
          </a:xfrm>
          <a:prstGeom prst="rect">
            <a:avLst/>
          </a:prstGeom>
          <a:effectLst/>
        </p:spPr>
        <p:txBody>
          <a:bodyPr vert="horz" lIns="91440" tIns="45720" rIns="91440" bIns="45720" rtlCol="0" anchor="b">
            <a:noAutofit/>
          </a:bodyPr>
          <a:lstStyle>
            <a:lvl1pPr algn="r" defTabSz="457200" rtl="0" eaLnBrk="1" latinLnBrk="0" hangingPunct="1">
              <a:spcBef>
                <a:spcPct val="0"/>
              </a:spcBef>
              <a:buNone/>
              <a:defRPr sz="48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sz="3600" b="1" dirty="0">
                <a:latin typeface="Times New Roman" panose="02020603050405020304" pitchFamily="18" charset="0"/>
                <a:cs typeface="Times New Roman" panose="02020603050405020304" pitchFamily="18" charset="0"/>
              </a:rPr>
              <a:t>State diagram </a:t>
            </a:r>
            <a:r>
              <a:rPr lang="mn-MN" sz="3600" b="1" dirty="0">
                <a:latin typeface="Times New Roman" panose="02020603050405020304" pitchFamily="18" charset="0"/>
                <a:cs typeface="Times New Roman" panose="02020603050405020304" pitchFamily="18" charset="0"/>
              </a:rPr>
              <a:t>-ын</a:t>
            </a:r>
            <a:r>
              <a:rPr lang="en-US" sz="3600" b="1" dirty="0">
                <a:latin typeface="Times New Roman" panose="02020603050405020304" pitchFamily="18" charset="0"/>
                <a:cs typeface="Times New Roman" panose="02020603050405020304" pitchFamily="18" charset="0"/>
              </a:rPr>
              <a:t> </a:t>
            </a:r>
            <a:r>
              <a:rPr lang="mn-MN" sz="3600" b="1" dirty="0">
                <a:latin typeface="Times New Roman" panose="02020603050405020304" pitchFamily="18" charset="0"/>
                <a:cs typeface="Times New Roman" panose="02020603050405020304" pitchFamily="18" charset="0"/>
              </a:rPr>
              <a:t>элемент, нэр томьё ба түүний тодорхойлолт</a:t>
            </a:r>
            <a:br>
              <a:rPr lang="en-US" sz="3600" b="1" dirty="0">
                <a:latin typeface="Times New Roman" panose="02020603050405020304" pitchFamily="18" charset="0"/>
                <a:cs typeface="Times New Roman" panose="02020603050405020304" pitchFamily="18" charset="0"/>
              </a:rPr>
            </a:br>
            <a:endParaRPr lang="en-US" sz="3600" b="1" dirty="0"/>
          </a:p>
        </p:txBody>
      </p:sp>
      <p:cxnSp>
        <p:nvCxnSpPr>
          <p:cNvPr id="9" name="Straight Connector 8">
            <a:extLst>
              <a:ext uri="{FF2B5EF4-FFF2-40B4-BE49-F238E27FC236}">
                <a16:creationId xmlns:a16="http://schemas.microsoft.com/office/drawing/2014/main" id="{6EA3D7FE-9C0A-47F3-8066-8FBFFC3CACD5}"/>
              </a:ext>
            </a:extLst>
          </p:cNvPr>
          <p:cNvCxnSpPr/>
          <p:nvPr/>
        </p:nvCxnSpPr>
        <p:spPr>
          <a:xfrm>
            <a:off x="627529" y="1649506"/>
            <a:ext cx="10892118" cy="0"/>
          </a:xfrm>
          <a:prstGeom prst="line">
            <a:avLst/>
          </a:prstGeom>
          <a:ln w="381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588547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F0513818-A664-4F83-A05F-9C7C132495C5}"/>
              </a:ext>
            </a:extLst>
          </p:cNvPr>
          <p:cNvSpPr/>
          <p:nvPr/>
        </p:nvSpPr>
        <p:spPr>
          <a:xfrm>
            <a:off x="627529" y="3684495"/>
            <a:ext cx="10936942" cy="199913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2">
            <a:extLst>
              <a:ext uri="{FF2B5EF4-FFF2-40B4-BE49-F238E27FC236}">
                <a16:creationId xmlns:a16="http://schemas.microsoft.com/office/drawing/2014/main" id="{4A516AD4-1185-43F5-93A1-8A9BB664D126}"/>
              </a:ext>
            </a:extLst>
          </p:cNvPr>
          <p:cNvSpPr txBox="1">
            <a:spLocks/>
          </p:cNvSpPr>
          <p:nvPr/>
        </p:nvSpPr>
        <p:spPr>
          <a:xfrm>
            <a:off x="627529" y="2447366"/>
            <a:ext cx="11205883" cy="3048003"/>
          </a:xfrm>
          <a:prstGeom prst="rect">
            <a:avLst/>
          </a:prstGeom>
        </p:spPr>
        <p:txBody>
          <a:bodyPr vert="horz" lIns="91440" tIns="45720" rIns="91440" bIns="45720" rtlCol="0" anchor="ctr">
            <a:noAutofit/>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marL="342900" indent="-342900">
              <a:buFont typeface="Arial" panose="020B0604020202020204" pitchFamily="34" charset="0"/>
              <a:buChar char="•"/>
            </a:pPr>
            <a:r>
              <a:rPr lang="mn-MN" sz="2800" b="1" dirty="0">
                <a:latin typeface="Times New Roman" panose="02020603050405020304" pitchFamily="18" charset="0"/>
                <a:cs typeface="Times New Roman" panose="02020603050405020304" pitchFamily="18" charset="0"/>
              </a:rPr>
              <a:t>Үйлдэл</a:t>
            </a:r>
            <a:r>
              <a:rPr lang="en-US" sz="2800" b="1" dirty="0">
                <a:latin typeface="Times New Roman" panose="02020603050405020304" pitchFamily="18" charset="0"/>
                <a:cs typeface="Times New Roman" panose="02020603050405020304" pitchFamily="18" charset="0"/>
              </a:rPr>
              <a:t>:</a:t>
            </a:r>
            <a:r>
              <a:rPr lang="mn-MN" sz="2800" b="1" dirty="0">
                <a:latin typeface="Times New Roman" panose="02020603050405020304" pitchFamily="18" charset="0"/>
                <a:cs typeface="Times New Roman" panose="02020603050405020304" pitchFamily="18" charset="0"/>
              </a:rPr>
              <a:t> </a:t>
            </a:r>
            <a:r>
              <a:rPr lang="mn-MN" sz="2800" dirty="0">
                <a:latin typeface="Times New Roman" panose="02020603050405020304" pitchFamily="18" charset="0"/>
                <a:cs typeface="Times New Roman" panose="02020603050405020304" pitchFamily="18" charset="0"/>
              </a:rPr>
              <a:t>Энэ нь таслах боломжгүй, цаашид задардаггүй жижиг процесс юм. Практик талаас харахад үйлдэл нь ямар ч хугацаа шаардахгүй, агшин зуурт болж өнгөрдөг бөгөөд шилжилттэй холбогдоно.</a:t>
            </a:r>
            <a:br>
              <a:rPr lang="mn-MN" sz="2800" dirty="0">
                <a:latin typeface="Times New Roman" panose="02020603050405020304" pitchFamily="18" charset="0"/>
                <a:cs typeface="Times New Roman" panose="02020603050405020304" pitchFamily="18" charset="0"/>
              </a:rPr>
            </a:br>
            <a:r>
              <a:rPr lang="mn-MN" sz="2800" dirty="0">
                <a:latin typeface="Times New Roman" panose="02020603050405020304" pitchFamily="18" charset="0"/>
                <a:cs typeface="Times New Roman" panose="02020603050405020304" pitchFamily="18" charset="0"/>
              </a:rPr>
              <a:t>Жишээ нь</a:t>
            </a:r>
            <a:r>
              <a:rPr lang="en-US" sz="2800" dirty="0">
                <a:latin typeface="Times New Roman" panose="02020603050405020304" pitchFamily="18" charset="0"/>
                <a:cs typeface="Times New Roman" panose="02020603050405020304" pitchFamily="18" charset="0"/>
              </a:rPr>
              <a:t>:</a:t>
            </a:r>
            <a:r>
              <a:rPr lang="mn-MN" sz="2800" dirty="0">
                <a:latin typeface="Times New Roman" panose="02020603050405020304" pitchFamily="18" charset="0"/>
                <a:cs typeface="Times New Roman" panose="02020603050405020304" pitchFamily="18" charset="0"/>
              </a:rPr>
              <a:t> Мэдээллийн бүртгэл</a:t>
            </a:r>
            <a:br>
              <a:rPr lang="mn-MN" sz="2800" dirty="0">
                <a:latin typeface="Times New Roman" panose="02020603050405020304" pitchFamily="18" charset="0"/>
                <a:cs typeface="Times New Roman" panose="02020603050405020304" pitchFamily="18" charset="0"/>
              </a:rPr>
            </a:br>
            <a:r>
              <a:rPr lang="mn-MN" sz="2800" dirty="0">
                <a:latin typeface="Times New Roman" panose="02020603050405020304" pitchFamily="18" charset="0"/>
                <a:cs typeface="Times New Roman" panose="02020603050405020304" pitchFamily="18" charset="0"/>
              </a:rPr>
              <a:t>		Үйлдэл</a:t>
            </a:r>
            <a:r>
              <a:rPr lang="en-US" sz="2800" dirty="0">
                <a:latin typeface="Times New Roman" panose="02020603050405020304" pitchFamily="18" charset="0"/>
                <a:cs typeface="Times New Roman" panose="02020603050405020304" pitchFamily="18" charset="0"/>
              </a:rPr>
              <a:t>: “</a:t>
            </a:r>
            <a:r>
              <a:rPr lang="mn-MN" sz="2800" dirty="0">
                <a:latin typeface="Times New Roman" panose="02020603050405020304" pitchFamily="18" charset="0"/>
                <a:cs typeface="Times New Roman" panose="02020603050405020304" pitchFamily="18" charset="0"/>
              </a:rPr>
              <a:t>Шинэ хэрэглэгч бүртгэх</a:t>
            </a:r>
            <a:r>
              <a:rPr lang="en-US" sz="2800" dirty="0">
                <a:latin typeface="Times New Roman" panose="02020603050405020304" pitchFamily="18" charset="0"/>
                <a:cs typeface="Times New Roman" panose="02020603050405020304" pitchFamily="18" charset="0"/>
              </a:rPr>
              <a:t>”</a:t>
            </a:r>
            <a:r>
              <a:rPr lang="mn-MN" sz="2800" dirty="0">
                <a:latin typeface="Times New Roman" panose="02020603050405020304" pitchFamily="18" charset="0"/>
                <a:cs typeface="Times New Roman" panose="02020603050405020304" pitchFamily="18" charset="0"/>
              </a:rPr>
              <a:t> үйлдэл</a:t>
            </a:r>
            <a:br>
              <a:rPr lang="mn-MN" sz="2800" dirty="0">
                <a:latin typeface="Times New Roman" panose="02020603050405020304" pitchFamily="18" charset="0"/>
                <a:cs typeface="Times New Roman" panose="02020603050405020304" pitchFamily="18" charset="0"/>
              </a:rPr>
            </a:br>
            <a:r>
              <a:rPr lang="mn-MN" sz="2800" dirty="0">
                <a:latin typeface="Times New Roman" panose="02020603050405020304" pitchFamily="18" charset="0"/>
                <a:cs typeface="Times New Roman" panose="02020603050405020304" pitchFamily="18" charset="0"/>
              </a:rPr>
              <a:t>		Практик</a:t>
            </a:r>
            <a:r>
              <a:rPr lang="en-US" sz="2800" dirty="0">
                <a:latin typeface="Times New Roman" panose="02020603050405020304" pitchFamily="18" charset="0"/>
                <a:cs typeface="Times New Roman" panose="02020603050405020304" pitchFamily="18" charset="0"/>
              </a:rPr>
              <a:t>: </a:t>
            </a:r>
            <a:r>
              <a:rPr lang="mn-MN" sz="2800" dirty="0">
                <a:latin typeface="Times New Roman" panose="02020603050405020304" pitchFamily="18" charset="0"/>
                <a:cs typeface="Times New Roman" panose="02020603050405020304" pitchFamily="18" charset="0"/>
              </a:rPr>
              <a:t>Энэ үйлдэл нь хэрэглэгчийн мэдээллийг системд нэг 	</a:t>
            </a:r>
            <a:r>
              <a:rPr lang="en-US" sz="2800" dirty="0">
                <a:latin typeface="Times New Roman" panose="02020603050405020304" pitchFamily="18" charset="0"/>
                <a:cs typeface="Times New Roman" panose="02020603050405020304" pitchFamily="18" charset="0"/>
              </a:rPr>
              <a:t>			</a:t>
            </a:r>
            <a:r>
              <a:rPr lang="mn-MN" sz="2800" dirty="0">
                <a:latin typeface="Times New Roman" panose="02020603050405020304" pitchFamily="18" charset="0"/>
                <a:cs typeface="Times New Roman" panose="02020603050405020304" pitchFamily="18" charset="0"/>
              </a:rPr>
              <a:t>агшинд оруулж, дараа нь хадгалах процесс юм.</a:t>
            </a:r>
            <a:endParaRPr lang="en-US" sz="28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endParaRPr lang="en-US" sz="2800" b="1" dirty="0">
              <a:latin typeface="Times New Roman" panose="02020603050405020304" pitchFamily="18" charset="0"/>
              <a:cs typeface="Times New Roman" panose="02020603050405020304" pitchFamily="18" charset="0"/>
            </a:endParaRPr>
          </a:p>
        </p:txBody>
      </p:sp>
      <p:sp>
        <p:nvSpPr>
          <p:cNvPr id="7" name="Title 1">
            <a:extLst>
              <a:ext uri="{FF2B5EF4-FFF2-40B4-BE49-F238E27FC236}">
                <a16:creationId xmlns:a16="http://schemas.microsoft.com/office/drawing/2014/main" id="{A097B8DD-7E0F-40F5-9AC8-60D777F6E1BA}"/>
              </a:ext>
            </a:extLst>
          </p:cNvPr>
          <p:cNvSpPr txBox="1">
            <a:spLocks/>
          </p:cNvSpPr>
          <p:nvPr/>
        </p:nvSpPr>
        <p:spPr>
          <a:xfrm>
            <a:off x="770965" y="889844"/>
            <a:ext cx="10611722" cy="1201270"/>
          </a:xfrm>
          <a:prstGeom prst="rect">
            <a:avLst/>
          </a:prstGeom>
          <a:effectLst/>
        </p:spPr>
        <p:txBody>
          <a:bodyPr vert="horz" lIns="91440" tIns="45720" rIns="91440" bIns="45720" rtlCol="0" anchor="b">
            <a:noAutofit/>
          </a:bodyPr>
          <a:lstStyle>
            <a:lvl1pPr algn="r" defTabSz="457200" rtl="0" eaLnBrk="1" latinLnBrk="0" hangingPunct="1">
              <a:spcBef>
                <a:spcPct val="0"/>
              </a:spcBef>
              <a:buNone/>
              <a:defRPr sz="48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sz="3600" b="1" dirty="0">
                <a:latin typeface="Times New Roman" panose="02020603050405020304" pitchFamily="18" charset="0"/>
                <a:cs typeface="Times New Roman" panose="02020603050405020304" pitchFamily="18" charset="0"/>
              </a:rPr>
              <a:t>State diagram </a:t>
            </a:r>
            <a:r>
              <a:rPr lang="mn-MN" sz="3600" b="1" dirty="0">
                <a:latin typeface="Times New Roman" panose="02020603050405020304" pitchFamily="18" charset="0"/>
                <a:cs typeface="Times New Roman" panose="02020603050405020304" pitchFamily="18" charset="0"/>
              </a:rPr>
              <a:t>-ын</a:t>
            </a:r>
            <a:r>
              <a:rPr lang="en-US" sz="3600" b="1" dirty="0">
                <a:latin typeface="Times New Roman" panose="02020603050405020304" pitchFamily="18" charset="0"/>
                <a:cs typeface="Times New Roman" panose="02020603050405020304" pitchFamily="18" charset="0"/>
              </a:rPr>
              <a:t> </a:t>
            </a:r>
            <a:r>
              <a:rPr lang="mn-MN" sz="3600" b="1" dirty="0">
                <a:latin typeface="Times New Roman" panose="02020603050405020304" pitchFamily="18" charset="0"/>
                <a:cs typeface="Times New Roman" panose="02020603050405020304" pitchFamily="18" charset="0"/>
              </a:rPr>
              <a:t>элемент, нэр томьё ба түүний тодорхойлолт</a:t>
            </a:r>
            <a:br>
              <a:rPr lang="en-US" sz="3600" b="1" dirty="0">
                <a:latin typeface="Times New Roman" panose="02020603050405020304" pitchFamily="18" charset="0"/>
                <a:cs typeface="Times New Roman" panose="02020603050405020304" pitchFamily="18" charset="0"/>
              </a:rPr>
            </a:br>
            <a:endParaRPr lang="en-US" sz="3600" b="1" dirty="0"/>
          </a:p>
        </p:txBody>
      </p:sp>
      <p:cxnSp>
        <p:nvCxnSpPr>
          <p:cNvPr id="8" name="Straight Connector 7">
            <a:extLst>
              <a:ext uri="{FF2B5EF4-FFF2-40B4-BE49-F238E27FC236}">
                <a16:creationId xmlns:a16="http://schemas.microsoft.com/office/drawing/2014/main" id="{6240CF26-2B5B-4457-8825-5D5656E74EFD}"/>
              </a:ext>
            </a:extLst>
          </p:cNvPr>
          <p:cNvCxnSpPr/>
          <p:nvPr/>
        </p:nvCxnSpPr>
        <p:spPr>
          <a:xfrm>
            <a:off x="627529" y="1649506"/>
            <a:ext cx="10892118" cy="0"/>
          </a:xfrm>
          <a:prstGeom prst="line">
            <a:avLst/>
          </a:prstGeom>
          <a:ln w="381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054258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FDDA6C1C-9376-404D-BD97-B22494C00F42}"/>
              </a:ext>
            </a:extLst>
          </p:cNvPr>
          <p:cNvSpPr/>
          <p:nvPr/>
        </p:nvSpPr>
        <p:spPr>
          <a:xfrm>
            <a:off x="690284" y="3675529"/>
            <a:ext cx="10716810" cy="225676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A7BDC860-E6B0-42B3-B561-AABCDC917528}"/>
              </a:ext>
            </a:extLst>
          </p:cNvPr>
          <p:cNvSpPr txBox="1"/>
          <p:nvPr/>
        </p:nvSpPr>
        <p:spPr>
          <a:xfrm>
            <a:off x="770965" y="1900134"/>
            <a:ext cx="10573374" cy="4832092"/>
          </a:xfrm>
          <a:prstGeom prst="rect">
            <a:avLst/>
          </a:prstGeom>
          <a:noFill/>
        </p:spPr>
        <p:txBody>
          <a:bodyPr wrap="square">
            <a:spAutoFit/>
          </a:bodyPr>
          <a:lstStyle/>
          <a:p>
            <a:pPr marL="342900" indent="-342900">
              <a:buFont typeface="Arial" panose="020B0604020202020204" pitchFamily="34" charset="0"/>
              <a:buChar char="•"/>
            </a:pPr>
            <a:r>
              <a:rPr lang="mn-MN" sz="2800" b="1" dirty="0">
                <a:latin typeface="Times New Roman" panose="02020603050405020304" pitchFamily="18" charset="0"/>
                <a:cs typeface="Times New Roman" panose="02020603050405020304" pitchFamily="18" charset="0"/>
              </a:rPr>
              <a:t>Үйл ажиллагаа</a:t>
            </a:r>
            <a:r>
              <a:rPr lang="en-US" sz="2800" b="1" dirty="0">
                <a:latin typeface="Times New Roman" panose="02020603050405020304" pitchFamily="18" charset="0"/>
                <a:cs typeface="Times New Roman" panose="02020603050405020304" pitchFamily="18" charset="0"/>
              </a:rPr>
              <a:t>:</a:t>
            </a:r>
            <a:r>
              <a:rPr lang="mn-MN" sz="2800" b="1" dirty="0">
                <a:latin typeface="Times New Roman" panose="02020603050405020304" pitchFamily="18" charset="0"/>
                <a:cs typeface="Times New Roman" panose="02020603050405020304" pitchFamily="18" charset="0"/>
              </a:rPr>
              <a:t> </a:t>
            </a:r>
            <a:r>
              <a:rPr lang="mn-MN" sz="2800" dirty="0">
                <a:latin typeface="Times New Roman" panose="02020603050405020304" pitchFamily="18" charset="0"/>
                <a:cs typeface="Times New Roman" panose="02020603050405020304" pitchFamily="18" charset="0"/>
              </a:rPr>
              <a:t>Эсэргээрээ жижиг биш, таслагдах боломжтой, цаашид задрах процесс юм. Үйл ажиллагааг дуусгахад удаан хугацаа шаардагддаг бөгөөд тэднийг үйлдлээр эхлүүлж үйлдлээр дуусгана.</a:t>
            </a:r>
            <a:br>
              <a:rPr lang="mn-MN" sz="2800" dirty="0">
                <a:latin typeface="Times New Roman" panose="02020603050405020304" pitchFamily="18" charset="0"/>
                <a:cs typeface="Times New Roman" panose="02020603050405020304" pitchFamily="18" charset="0"/>
              </a:rPr>
            </a:br>
            <a:r>
              <a:rPr lang="mn-MN" sz="2800" dirty="0">
                <a:latin typeface="Times New Roman" panose="02020603050405020304" pitchFamily="18" charset="0"/>
                <a:cs typeface="Times New Roman" panose="02020603050405020304" pitchFamily="18" charset="0"/>
              </a:rPr>
              <a:t>Жишээ нь</a:t>
            </a:r>
            <a:r>
              <a:rPr lang="en-US" sz="2800" dirty="0">
                <a:latin typeface="Times New Roman" panose="02020603050405020304" pitchFamily="18" charset="0"/>
                <a:cs typeface="Times New Roman" panose="02020603050405020304" pitchFamily="18" charset="0"/>
              </a:rPr>
              <a:t>: </a:t>
            </a:r>
            <a:r>
              <a:rPr lang="mn-MN" sz="2800" dirty="0">
                <a:latin typeface="Times New Roman" panose="02020603050405020304" pitchFamily="18" charset="0"/>
                <a:cs typeface="Times New Roman" panose="02020603050405020304" pitchFamily="18" charset="0"/>
              </a:rPr>
              <a:t>Програмчлалын код бичих</a:t>
            </a:r>
            <a:br>
              <a:rPr lang="mn-MN" sz="2800" dirty="0">
                <a:latin typeface="Times New Roman" panose="02020603050405020304" pitchFamily="18" charset="0"/>
                <a:cs typeface="Times New Roman" panose="02020603050405020304" pitchFamily="18" charset="0"/>
              </a:rPr>
            </a:br>
            <a:r>
              <a:rPr lang="mn-MN" sz="2800" dirty="0">
                <a:latin typeface="Times New Roman" panose="02020603050405020304" pitchFamily="18" charset="0"/>
                <a:cs typeface="Times New Roman" panose="02020603050405020304" pitchFamily="18" charset="0"/>
              </a:rPr>
              <a:t>		Үйл ажиллагаа</a:t>
            </a:r>
            <a:r>
              <a:rPr lang="en-US" sz="2800" dirty="0">
                <a:latin typeface="Times New Roman" panose="02020603050405020304" pitchFamily="18" charset="0"/>
                <a:cs typeface="Times New Roman" panose="02020603050405020304" pitchFamily="18" charset="0"/>
              </a:rPr>
              <a:t>: “</a:t>
            </a:r>
            <a:r>
              <a:rPr lang="mn-MN" sz="2800" dirty="0">
                <a:latin typeface="Times New Roman" panose="02020603050405020304" pitchFamily="18" charset="0"/>
                <a:cs typeface="Times New Roman" panose="02020603050405020304" pitchFamily="18" charset="0"/>
              </a:rPr>
              <a:t>Програмын функц</a:t>
            </a:r>
            <a:r>
              <a:rPr lang="en-US" sz="2800" dirty="0">
                <a:latin typeface="Times New Roman" panose="02020603050405020304" pitchFamily="18" charset="0"/>
                <a:cs typeface="Times New Roman" panose="02020603050405020304" pitchFamily="18" charset="0"/>
              </a:rPr>
              <a:t>”</a:t>
            </a:r>
            <a:r>
              <a:rPr lang="mn-MN" sz="2800" dirty="0">
                <a:latin typeface="Times New Roman" panose="02020603050405020304" pitchFamily="18" charset="0"/>
                <a:cs typeface="Times New Roman" panose="02020603050405020304" pitchFamily="18" charset="0"/>
              </a:rPr>
              <a:t> бичих үйл ажиллагаа</a:t>
            </a:r>
            <a:br>
              <a:rPr lang="mn-MN" sz="2800" dirty="0">
                <a:latin typeface="Times New Roman" panose="02020603050405020304" pitchFamily="18" charset="0"/>
                <a:cs typeface="Times New Roman" panose="02020603050405020304" pitchFamily="18" charset="0"/>
              </a:rPr>
            </a:br>
            <a:r>
              <a:rPr lang="mn-MN" sz="2800" dirty="0">
                <a:latin typeface="Times New Roman" panose="02020603050405020304" pitchFamily="18" charset="0"/>
                <a:cs typeface="Times New Roman" panose="02020603050405020304" pitchFamily="18" charset="0"/>
              </a:rPr>
              <a:t>		Удаан хугацаа</a:t>
            </a:r>
            <a:r>
              <a:rPr lang="en-US" sz="2800" dirty="0">
                <a:latin typeface="Times New Roman" panose="02020603050405020304" pitchFamily="18" charset="0"/>
                <a:cs typeface="Times New Roman" panose="02020603050405020304" pitchFamily="18" charset="0"/>
              </a:rPr>
              <a:t>: </a:t>
            </a:r>
            <a:r>
              <a:rPr lang="mn-MN" sz="2800" dirty="0">
                <a:latin typeface="Times New Roman" panose="02020603050405020304" pitchFamily="18" charset="0"/>
                <a:cs typeface="Times New Roman" panose="02020603050405020304" pitchFamily="18" charset="0"/>
              </a:rPr>
              <a:t>Програмчид функцын логик, алгоритмыг </a:t>
            </a:r>
            <a:r>
              <a:rPr lang="en-US" sz="2800" dirty="0">
                <a:latin typeface="Times New Roman" panose="02020603050405020304" pitchFamily="18" charset="0"/>
                <a:cs typeface="Times New Roman" panose="02020603050405020304" pitchFamily="18" charset="0"/>
              </a:rPr>
              <a:t>				</a:t>
            </a:r>
            <a:r>
              <a:rPr lang="mn-MN" sz="2800" dirty="0">
                <a:latin typeface="Times New Roman" panose="02020603050405020304" pitchFamily="18" charset="0"/>
                <a:cs typeface="Times New Roman" panose="02020603050405020304" pitchFamily="18" charset="0"/>
              </a:rPr>
              <a:t>тодорхойлж, код бичихдээ 30минутаас хэдэн цагийн хугацаа </a:t>
            </a:r>
            <a:r>
              <a:rPr lang="en-US" sz="2800" dirty="0">
                <a:latin typeface="Times New Roman" panose="02020603050405020304" pitchFamily="18" charset="0"/>
                <a:cs typeface="Times New Roman" panose="02020603050405020304" pitchFamily="18" charset="0"/>
              </a:rPr>
              <a:t>		</a:t>
            </a:r>
            <a:r>
              <a:rPr lang="mn-MN" sz="2800" dirty="0">
                <a:latin typeface="Times New Roman" panose="02020603050405020304" pitchFamily="18" charset="0"/>
                <a:cs typeface="Times New Roman" panose="02020603050405020304" pitchFamily="18" charset="0"/>
              </a:rPr>
              <a:t>шаардаж болно.</a:t>
            </a:r>
            <a:br>
              <a:rPr lang="mn-MN" sz="2800" dirty="0">
                <a:latin typeface="Times New Roman" panose="02020603050405020304" pitchFamily="18" charset="0"/>
                <a:cs typeface="Times New Roman" panose="02020603050405020304" pitchFamily="18" charset="0"/>
              </a:rPr>
            </a:br>
            <a:r>
              <a:rPr lang="mn-MN" sz="2800" dirty="0">
                <a:latin typeface="Times New Roman" panose="02020603050405020304" pitchFamily="18" charset="0"/>
                <a:cs typeface="Times New Roman" panose="02020603050405020304" pitchFamily="18" charset="0"/>
              </a:rPr>
              <a:t>	</a:t>
            </a:r>
            <a:br>
              <a:rPr lang="en-US" sz="2800" b="1" dirty="0">
                <a:latin typeface="Times New Roman" panose="02020603050405020304" pitchFamily="18" charset="0"/>
                <a:cs typeface="Times New Roman" panose="02020603050405020304" pitchFamily="18" charset="0"/>
              </a:rPr>
            </a:br>
            <a:endParaRPr lang="mn-MN" sz="2800" dirty="0">
              <a:latin typeface="Times New Roman" panose="02020603050405020304" pitchFamily="18" charset="0"/>
              <a:cs typeface="Times New Roman" panose="02020603050405020304" pitchFamily="18" charset="0"/>
            </a:endParaRPr>
          </a:p>
        </p:txBody>
      </p:sp>
      <p:sp>
        <p:nvSpPr>
          <p:cNvPr id="6" name="Title 1">
            <a:extLst>
              <a:ext uri="{FF2B5EF4-FFF2-40B4-BE49-F238E27FC236}">
                <a16:creationId xmlns:a16="http://schemas.microsoft.com/office/drawing/2014/main" id="{0A2C35C2-D869-4A27-888A-9EA129B2A84D}"/>
              </a:ext>
            </a:extLst>
          </p:cNvPr>
          <p:cNvSpPr txBox="1">
            <a:spLocks/>
          </p:cNvSpPr>
          <p:nvPr/>
        </p:nvSpPr>
        <p:spPr>
          <a:xfrm>
            <a:off x="770965" y="889844"/>
            <a:ext cx="10611722" cy="1201270"/>
          </a:xfrm>
          <a:prstGeom prst="rect">
            <a:avLst/>
          </a:prstGeom>
          <a:effectLst/>
        </p:spPr>
        <p:txBody>
          <a:bodyPr vert="horz" lIns="91440" tIns="45720" rIns="91440" bIns="45720" rtlCol="0" anchor="b">
            <a:noAutofit/>
          </a:bodyPr>
          <a:lstStyle>
            <a:lvl1pPr algn="r" defTabSz="457200" rtl="0" eaLnBrk="1" latinLnBrk="0" hangingPunct="1">
              <a:spcBef>
                <a:spcPct val="0"/>
              </a:spcBef>
              <a:buNone/>
              <a:defRPr sz="48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sz="3600" b="1" dirty="0">
                <a:latin typeface="Times New Roman" panose="02020603050405020304" pitchFamily="18" charset="0"/>
                <a:cs typeface="Times New Roman" panose="02020603050405020304" pitchFamily="18" charset="0"/>
              </a:rPr>
              <a:t>State diagram </a:t>
            </a:r>
            <a:r>
              <a:rPr lang="mn-MN" sz="3600" b="1" dirty="0">
                <a:latin typeface="Times New Roman" panose="02020603050405020304" pitchFamily="18" charset="0"/>
                <a:cs typeface="Times New Roman" panose="02020603050405020304" pitchFamily="18" charset="0"/>
              </a:rPr>
              <a:t>-ын</a:t>
            </a:r>
            <a:r>
              <a:rPr lang="en-US" sz="3600" b="1" dirty="0">
                <a:latin typeface="Times New Roman" panose="02020603050405020304" pitchFamily="18" charset="0"/>
                <a:cs typeface="Times New Roman" panose="02020603050405020304" pitchFamily="18" charset="0"/>
              </a:rPr>
              <a:t> </a:t>
            </a:r>
            <a:r>
              <a:rPr lang="mn-MN" sz="3600" b="1" dirty="0">
                <a:latin typeface="Times New Roman" panose="02020603050405020304" pitchFamily="18" charset="0"/>
                <a:cs typeface="Times New Roman" panose="02020603050405020304" pitchFamily="18" charset="0"/>
              </a:rPr>
              <a:t>элемент, нэр томьё ба түүний тодорхойлолт</a:t>
            </a:r>
            <a:br>
              <a:rPr lang="en-US" sz="3600" b="1" dirty="0">
                <a:latin typeface="Times New Roman" panose="02020603050405020304" pitchFamily="18" charset="0"/>
                <a:cs typeface="Times New Roman" panose="02020603050405020304" pitchFamily="18" charset="0"/>
              </a:rPr>
            </a:br>
            <a:endParaRPr lang="en-US" sz="3600" b="1" dirty="0"/>
          </a:p>
        </p:txBody>
      </p:sp>
      <p:cxnSp>
        <p:nvCxnSpPr>
          <p:cNvPr id="7" name="Straight Connector 6">
            <a:extLst>
              <a:ext uri="{FF2B5EF4-FFF2-40B4-BE49-F238E27FC236}">
                <a16:creationId xmlns:a16="http://schemas.microsoft.com/office/drawing/2014/main" id="{C7B9BCD3-AF69-46FD-B2D8-31FC021020F1}"/>
              </a:ext>
            </a:extLst>
          </p:cNvPr>
          <p:cNvCxnSpPr/>
          <p:nvPr/>
        </p:nvCxnSpPr>
        <p:spPr>
          <a:xfrm>
            <a:off x="627529" y="1649506"/>
            <a:ext cx="10892118" cy="0"/>
          </a:xfrm>
          <a:prstGeom prst="line">
            <a:avLst/>
          </a:prstGeom>
          <a:ln w="381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271575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D4AE4D70-E3E4-4F26-857C-844DECDB7A59}"/>
              </a:ext>
            </a:extLst>
          </p:cNvPr>
          <p:cNvSpPr>
            <a:spLocks noGrp="1"/>
          </p:cNvSpPr>
          <p:nvPr>
            <p:ph type="body" idx="1"/>
          </p:nvPr>
        </p:nvSpPr>
        <p:spPr/>
        <p:txBody>
          <a:bodyPr/>
          <a:lstStyle/>
          <a:p>
            <a:r>
              <a:rPr lang="en-US" dirty="0"/>
              <a:t>T</a:t>
            </a:r>
            <a:br>
              <a:rPr lang="en-US" dirty="0"/>
            </a:br>
            <a:endParaRPr lang="en-US" dirty="0"/>
          </a:p>
        </p:txBody>
      </p:sp>
      <p:sp>
        <p:nvSpPr>
          <p:cNvPr id="4" name="Text Placeholder 2">
            <a:extLst>
              <a:ext uri="{FF2B5EF4-FFF2-40B4-BE49-F238E27FC236}">
                <a16:creationId xmlns:a16="http://schemas.microsoft.com/office/drawing/2014/main" id="{E6CB2A55-93B0-427D-8848-2CBAD03CC8C2}"/>
              </a:ext>
            </a:extLst>
          </p:cNvPr>
          <p:cNvSpPr txBox="1">
            <a:spLocks/>
          </p:cNvSpPr>
          <p:nvPr/>
        </p:nvSpPr>
        <p:spPr>
          <a:xfrm>
            <a:off x="470646" y="1649506"/>
            <a:ext cx="11205883" cy="2061883"/>
          </a:xfrm>
          <a:prstGeom prst="rect">
            <a:avLst/>
          </a:prstGeom>
        </p:spPr>
        <p:txBody>
          <a:bodyPr vert="horz" lIns="91440" tIns="45720" rIns="91440" bIns="45720" rtlCol="0" anchor="ctr">
            <a:noAutofit/>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marL="342900" indent="-342900">
              <a:buFont typeface="Arial" panose="020B0604020202020204" pitchFamily="34" charset="0"/>
              <a:buChar char="•"/>
            </a:pPr>
            <a:r>
              <a:rPr lang="en-US" sz="2800" b="1" dirty="0">
                <a:latin typeface="Times New Roman" panose="02020603050405020304" pitchFamily="18" charset="0"/>
                <a:cs typeface="Times New Roman" panose="02020603050405020304" pitchFamily="18" charset="0"/>
              </a:rPr>
              <a:t>Guard: </a:t>
            </a:r>
            <a:r>
              <a:rPr lang="mn-MN" sz="2800" b="1" dirty="0">
                <a:latin typeface="Times New Roman" panose="02020603050405020304" pitchFamily="18" charset="0"/>
                <a:cs typeface="Times New Roman" panose="02020603050405020304" pitchFamily="18" charset="0"/>
              </a:rPr>
              <a:t>н</a:t>
            </a:r>
            <a:r>
              <a:rPr lang="mn-MN" sz="2800" dirty="0">
                <a:latin typeface="Times New Roman" panose="02020603050405020304" pitchFamily="18" charset="0"/>
                <a:cs typeface="Times New Roman" panose="02020603050405020304" pitchFamily="18" charset="0"/>
              </a:rPr>
              <a:t>ь шилжилт хийхээс өмнө биелүүлэх шаардлага юм. Энэ нь тодорхой нөхцөлд шилжилт хийх боломжтой эсэхийг шалгахад ашиглагддаг.</a:t>
            </a:r>
            <a:endParaRPr lang="en-US" sz="2800" b="1" dirty="0">
              <a:latin typeface="Times New Roman" panose="02020603050405020304" pitchFamily="18" charset="0"/>
              <a:cs typeface="Times New Roman" panose="02020603050405020304" pitchFamily="18" charset="0"/>
            </a:endParaRPr>
          </a:p>
        </p:txBody>
      </p:sp>
      <p:sp>
        <p:nvSpPr>
          <p:cNvPr id="5" name="Title 1">
            <a:extLst>
              <a:ext uri="{FF2B5EF4-FFF2-40B4-BE49-F238E27FC236}">
                <a16:creationId xmlns:a16="http://schemas.microsoft.com/office/drawing/2014/main" id="{1296BD10-649A-445A-90C2-776AF124E2DF}"/>
              </a:ext>
            </a:extLst>
          </p:cNvPr>
          <p:cNvSpPr txBox="1">
            <a:spLocks/>
          </p:cNvSpPr>
          <p:nvPr/>
        </p:nvSpPr>
        <p:spPr>
          <a:xfrm>
            <a:off x="770965" y="889844"/>
            <a:ext cx="10611722" cy="1201270"/>
          </a:xfrm>
          <a:prstGeom prst="rect">
            <a:avLst/>
          </a:prstGeom>
          <a:effectLst/>
        </p:spPr>
        <p:txBody>
          <a:bodyPr vert="horz" lIns="91440" tIns="45720" rIns="91440" bIns="45720" rtlCol="0" anchor="b">
            <a:noAutofit/>
          </a:bodyPr>
          <a:lstStyle>
            <a:lvl1pPr algn="r" defTabSz="457200" rtl="0" eaLnBrk="1" latinLnBrk="0" hangingPunct="1">
              <a:spcBef>
                <a:spcPct val="0"/>
              </a:spcBef>
              <a:buNone/>
              <a:defRPr sz="48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sz="3600" b="1" dirty="0">
                <a:latin typeface="Times New Roman" panose="02020603050405020304" pitchFamily="18" charset="0"/>
                <a:cs typeface="Times New Roman" panose="02020603050405020304" pitchFamily="18" charset="0"/>
              </a:rPr>
              <a:t>State diagram </a:t>
            </a:r>
            <a:r>
              <a:rPr lang="mn-MN" sz="3600" b="1" dirty="0">
                <a:latin typeface="Times New Roman" panose="02020603050405020304" pitchFamily="18" charset="0"/>
                <a:cs typeface="Times New Roman" panose="02020603050405020304" pitchFamily="18" charset="0"/>
              </a:rPr>
              <a:t>-ын</a:t>
            </a:r>
            <a:r>
              <a:rPr lang="en-US" sz="3600" b="1" dirty="0">
                <a:latin typeface="Times New Roman" panose="02020603050405020304" pitchFamily="18" charset="0"/>
                <a:cs typeface="Times New Roman" panose="02020603050405020304" pitchFamily="18" charset="0"/>
              </a:rPr>
              <a:t> </a:t>
            </a:r>
            <a:r>
              <a:rPr lang="mn-MN" sz="3600" b="1" dirty="0">
                <a:latin typeface="Times New Roman" panose="02020603050405020304" pitchFamily="18" charset="0"/>
                <a:cs typeface="Times New Roman" panose="02020603050405020304" pitchFamily="18" charset="0"/>
              </a:rPr>
              <a:t>элемент, нэр томьё ба түүний тодорхойлолт</a:t>
            </a:r>
            <a:br>
              <a:rPr lang="en-US" sz="3600" b="1" dirty="0">
                <a:latin typeface="Times New Roman" panose="02020603050405020304" pitchFamily="18" charset="0"/>
                <a:cs typeface="Times New Roman" panose="02020603050405020304" pitchFamily="18" charset="0"/>
              </a:rPr>
            </a:br>
            <a:endParaRPr lang="en-US" sz="3600" b="1" dirty="0"/>
          </a:p>
        </p:txBody>
      </p:sp>
      <p:cxnSp>
        <p:nvCxnSpPr>
          <p:cNvPr id="6" name="Straight Connector 5">
            <a:extLst>
              <a:ext uri="{FF2B5EF4-FFF2-40B4-BE49-F238E27FC236}">
                <a16:creationId xmlns:a16="http://schemas.microsoft.com/office/drawing/2014/main" id="{8EA4742B-CF69-4603-9980-9E7A98690306}"/>
              </a:ext>
            </a:extLst>
          </p:cNvPr>
          <p:cNvCxnSpPr/>
          <p:nvPr/>
        </p:nvCxnSpPr>
        <p:spPr>
          <a:xfrm>
            <a:off x="627529" y="1649506"/>
            <a:ext cx="10892118"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9" name="Text Placeholder 2">
            <a:extLst>
              <a:ext uri="{FF2B5EF4-FFF2-40B4-BE49-F238E27FC236}">
                <a16:creationId xmlns:a16="http://schemas.microsoft.com/office/drawing/2014/main" id="{BDEA8815-195B-406D-92DE-F3C3FF7F6EEA}"/>
              </a:ext>
            </a:extLst>
          </p:cNvPr>
          <p:cNvSpPr txBox="1">
            <a:spLocks/>
          </p:cNvSpPr>
          <p:nvPr/>
        </p:nvSpPr>
        <p:spPr>
          <a:xfrm>
            <a:off x="470645" y="3575898"/>
            <a:ext cx="11205883" cy="2061883"/>
          </a:xfrm>
          <a:prstGeom prst="rect">
            <a:avLst/>
          </a:prstGeom>
        </p:spPr>
        <p:txBody>
          <a:bodyPr vert="horz" lIns="91440" tIns="45720" rIns="91440" bIns="45720" rtlCol="0" anchor="ctr">
            <a:noAutofit/>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marL="342900" indent="-342900">
              <a:buFont typeface="Arial" panose="020B0604020202020204" pitchFamily="34" charset="0"/>
              <a:buChar char="•"/>
            </a:pPr>
            <a:r>
              <a:rPr lang="mn-MN" sz="2800" b="1" dirty="0">
                <a:latin typeface="Times New Roman" panose="02020603050405020304" pitchFamily="18" charset="0"/>
                <a:cs typeface="Times New Roman" panose="02020603050405020304" pitchFamily="18" charset="0"/>
              </a:rPr>
              <a:t>Жишээ нь</a:t>
            </a:r>
            <a:r>
              <a:rPr lang="en-US" sz="2800" b="1" dirty="0">
                <a:latin typeface="Times New Roman" panose="02020603050405020304" pitchFamily="18" charset="0"/>
                <a:cs typeface="Times New Roman" panose="02020603050405020304" pitchFamily="18" charset="0"/>
              </a:rPr>
              <a:t>:</a:t>
            </a:r>
            <a:r>
              <a:rPr lang="mn-MN" sz="2800" b="1" dirty="0">
                <a:latin typeface="Times New Roman" panose="02020603050405020304" pitchFamily="18" charset="0"/>
                <a:cs typeface="Times New Roman" panose="02020603050405020304" pitchFamily="18" charset="0"/>
              </a:rPr>
              <a:t> Банк апп</a:t>
            </a:r>
            <a:endParaRPr lang="en-US" sz="2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781230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EAC7CB-011F-4F41-BDA1-3219823690FC}"/>
              </a:ext>
            </a:extLst>
          </p:cNvPr>
          <p:cNvSpPr txBox="1">
            <a:spLocks/>
          </p:cNvSpPr>
          <p:nvPr/>
        </p:nvSpPr>
        <p:spPr>
          <a:xfrm>
            <a:off x="770965" y="889844"/>
            <a:ext cx="10611722" cy="1201270"/>
          </a:xfrm>
          <a:prstGeom prst="rect">
            <a:avLst/>
          </a:prstGeom>
          <a:effectLst/>
        </p:spPr>
        <p:txBody>
          <a:bodyPr vert="horz" lIns="91440" tIns="45720" rIns="91440" bIns="45720" rtlCol="0" anchor="b">
            <a:noAutofit/>
          </a:bodyPr>
          <a:lstStyle>
            <a:lvl1pPr algn="r" defTabSz="457200" rtl="0" eaLnBrk="1" latinLnBrk="0" hangingPunct="1">
              <a:spcBef>
                <a:spcPct val="0"/>
              </a:spcBef>
              <a:buNone/>
              <a:defRPr sz="48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sz="3600" b="1" dirty="0">
                <a:latin typeface="Times New Roman" panose="02020603050405020304" pitchFamily="18" charset="0"/>
                <a:cs typeface="Times New Roman" panose="02020603050405020304" pitchFamily="18" charset="0"/>
              </a:rPr>
              <a:t>State diagram </a:t>
            </a:r>
            <a:r>
              <a:rPr lang="mn-MN" sz="3600" b="1" dirty="0">
                <a:latin typeface="Times New Roman" panose="02020603050405020304" pitchFamily="18" charset="0"/>
                <a:cs typeface="Times New Roman" panose="02020603050405020304" pitchFamily="18" charset="0"/>
              </a:rPr>
              <a:t>-ын</a:t>
            </a:r>
            <a:r>
              <a:rPr lang="en-US" sz="3600" b="1" dirty="0">
                <a:latin typeface="Times New Roman" panose="02020603050405020304" pitchFamily="18" charset="0"/>
                <a:cs typeface="Times New Roman" panose="02020603050405020304" pitchFamily="18" charset="0"/>
              </a:rPr>
              <a:t> </a:t>
            </a:r>
            <a:r>
              <a:rPr lang="mn-MN" sz="3600" b="1" dirty="0">
                <a:latin typeface="Times New Roman" panose="02020603050405020304" pitchFamily="18" charset="0"/>
                <a:cs typeface="Times New Roman" panose="02020603050405020304" pitchFamily="18" charset="0"/>
              </a:rPr>
              <a:t>элемент, нэр томьё ба түүний тодорхойлолт</a:t>
            </a:r>
            <a:br>
              <a:rPr lang="en-US" sz="3600" b="1" dirty="0">
                <a:latin typeface="Times New Roman" panose="02020603050405020304" pitchFamily="18" charset="0"/>
                <a:cs typeface="Times New Roman" panose="02020603050405020304" pitchFamily="18" charset="0"/>
              </a:rPr>
            </a:br>
            <a:endParaRPr lang="en-US" sz="3600" b="1" dirty="0"/>
          </a:p>
        </p:txBody>
      </p:sp>
      <p:cxnSp>
        <p:nvCxnSpPr>
          <p:cNvPr id="3" name="Straight Connector 2">
            <a:extLst>
              <a:ext uri="{FF2B5EF4-FFF2-40B4-BE49-F238E27FC236}">
                <a16:creationId xmlns:a16="http://schemas.microsoft.com/office/drawing/2014/main" id="{79AEC596-3FFD-4ADA-A249-25A44EAA5E57}"/>
              </a:ext>
            </a:extLst>
          </p:cNvPr>
          <p:cNvCxnSpPr/>
          <p:nvPr/>
        </p:nvCxnSpPr>
        <p:spPr>
          <a:xfrm>
            <a:off x="627529" y="1649506"/>
            <a:ext cx="10892118"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4" name="Text Placeholder 2">
            <a:extLst>
              <a:ext uri="{FF2B5EF4-FFF2-40B4-BE49-F238E27FC236}">
                <a16:creationId xmlns:a16="http://schemas.microsoft.com/office/drawing/2014/main" id="{B54D18B3-911F-4F61-9066-6FBE0D1BC04A}"/>
              </a:ext>
            </a:extLst>
          </p:cNvPr>
          <p:cNvSpPr txBox="1">
            <a:spLocks/>
          </p:cNvSpPr>
          <p:nvPr/>
        </p:nvSpPr>
        <p:spPr>
          <a:xfrm>
            <a:off x="470646" y="1649506"/>
            <a:ext cx="11205883" cy="2061883"/>
          </a:xfrm>
          <a:prstGeom prst="rect">
            <a:avLst/>
          </a:prstGeom>
        </p:spPr>
        <p:txBody>
          <a:bodyPr vert="horz" lIns="91440" tIns="45720" rIns="91440" bIns="45720" rtlCol="0" anchor="ctr">
            <a:noAutofit/>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r>
              <a:rPr lang="en-US" sz="2800" b="1" dirty="0">
                <a:latin typeface="Times New Roman" panose="02020603050405020304" pitchFamily="18" charset="0"/>
                <a:cs typeface="Times New Roman" panose="02020603050405020304" pitchFamily="18" charset="0"/>
              </a:rPr>
              <a:t>Trigger</a:t>
            </a:r>
            <a:r>
              <a:rPr lang="en-US" sz="2800" dirty="0">
                <a:latin typeface="Times New Roman" panose="02020603050405020304" pitchFamily="18" charset="0"/>
                <a:cs typeface="Times New Roman" panose="02020603050405020304" pitchFamily="18" charset="0"/>
              </a:rPr>
              <a:t> </a:t>
            </a:r>
            <a:r>
              <a:rPr lang="mn-MN" sz="2800" dirty="0">
                <a:latin typeface="Times New Roman" panose="02020603050405020304" pitchFamily="18" charset="0"/>
                <a:cs typeface="Times New Roman" panose="02020603050405020304" pitchFamily="18" charset="0"/>
              </a:rPr>
              <a:t>нь шилжилтийг идэвхжүүлэх үйл явдлыг илэрхийлдэг. Энэ нь систем доторх явдлууд эсвэл хэрэглэгчийн үйлдлүүд байж болно. </a:t>
            </a:r>
            <a:r>
              <a:rPr lang="en-US" sz="2800" dirty="0">
                <a:latin typeface="Times New Roman" panose="02020603050405020304" pitchFamily="18" charset="0"/>
                <a:cs typeface="Times New Roman" panose="02020603050405020304" pitchFamily="18" charset="0"/>
              </a:rPr>
              <a:t>Trigger </a:t>
            </a:r>
            <a:r>
              <a:rPr lang="mn-MN" sz="2800" dirty="0">
                <a:latin typeface="Times New Roman" panose="02020603050405020304" pitchFamily="18" charset="0"/>
                <a:cs typeface="Times New Roman" panose="02020603050405020304" pitchFamily="18" charset="0"/>
              </a:rPr>
              <a:t>нь ихэвчлэн үйл явдлын нэрээр илэрхийлэгдэнэ.</a:t>
            </a:r>
          </a:p>
        </p:txBody>
      </p:sp>
    </p:spTree>
    <p:extLst>
      <p:ext uri="{BB962C8B-B14F-4D97-AF65-F5344CB8AC3E}">
        <p14:creationId xmlns:p14="http://schemas.microsoft.com/office/powerpoint/2010/main" val="23420697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icture 19">
            <a:extLst>
              <a:ext uri="{FF2B5EF4-FFF2-40B4-BE49-F238E27FC236}">
                <a16:creationId xmlns:a16="http://schemas.microsoft.com/office/drawing/2014/main" id="{010AB57D-8A3F-48E7-8999-037811117AE0}"/>
              </a:ext>
            </a:extLst>
          </p:cNvPr>
          <p:cNvPicPr>
            <a:picLocks noChangeAspect="1"/>
          </p:cNvPicPr>
          <p:nvPr/>
        </p:nvPicPr>
        <p:blipFill>
          <a:blip r:embed="rId2"/>
          <a:stretch>
            <a:fillRect/>
          </a:stretch>
        </p:blipFill>
        <p:spPr>
          <a:xfrm>
            <a:off x="493167" y="1293906"/>
            <a:ext cx="10991182" cy="5088966"/>
          </a:xfrm>
          <a:prstGeom prst="rect">
            <a:avLst/>
          </a:prstGeom>
        </p:spPr>
      </p:pic>
      <p:sp>
        <p:nvSpPr>
          <p:cNvPr id="6" name="Title 1">
            <a:extLst>
              <a:ext uri="{FF2B5EF4-FFF2-40B4-BE49-F238E27FC236}">
                <a16:creationId xmlns:a16="http://schemas.microsoft.com/office/drawing/2014/main" id="{15CBE7E2-5902-4C84-BB8E-F7293E660772}"/>
              </a:ext>
            </a:extLst>
          </p:cNvPr>
          <p:cNvSpPr txBox="1">
            <a:spLocks/>
          </p:cNvSpPr>
          <p:nvPr/>
        </p:nvSpPr>
        <p:spPr>
          <a:xfrm>
            <a:off x="596152" y="233083"/>
            <a:ext cx="10611722" cy="1201270"/>
          </a:xfrm>
          <a:prstGeom prst="rect">
            <a:avLst/>
          </a:prstGeom>
          <a:effectLst/>
        </p:spPr>
        <p:txBody>
          <a:bodyPr vert="horz" lIns="91440" tIns="45720" rIns="91440" bIns="45720" rtlCol="0" anchor="b">
            <a:noAutofit/>
          </a:bodyPr>
          <a:lstStyle>
            <a:lvl1pPr algn="r" defTabSz="457200" rtl="0" eaLnBrk="1" latinLnBrk="0" hangingPunct="1">
              <a:spcBef>
                <a:spcPct val="0"/>
              </a:spcBef>
              <a:buNone/>
              <a:defRPr sz="48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sz="2400" b="1" dirty="0">
                <a:latin typeface="Times New Roman" panose="02020603050405020304" pitchFamily="18" charset="0"/>
                <a:cs typeface="Times New Roman" panose="02020603050405020304" pitchFamily="18" charset="0"/>
              </a:rPr>
              <a:t>State diagram </a:t>
            </a:r>
            <a:r>
              <a:rPr lang="mn-MN" sz="2400" b="1" dirty="0">
                <a:latin typeface="Times New Roman" panose="02020603050405020304" pitchFamily="18" charset="0"/>
                <a:cs typeface="Times New Roman" panose="02020603050405020304" pitchFamily="18" charset="0"/>
              </a:rPr>
              <a:t>-ын</a:t>
            </a:r>
            <a:r>
              <a:rPr lang="en-US" sz="2400" b="1" dirty="0">
                <a:latin typeface="Times New Roman" panose="02020603050405020304" pitchFamily="18" charset="0"/>
                <a:cs typeface="Times New Roman" panose="02020603050405020304" pitchFamily="18" charset="0"/>
              </a:rPr>
              <a:t> </a:t>
            </a:r>
            <a:r>
              <a:rPr lang="mn-MN" sz="2400" b="1" dirty="0">
                <a:latin typeface="Times New Roman" panose="02020603050405020304" pitchFamily="18" charset="0"/>
                <a:cs typeface="Times New Roman" panose="02020603050405020304" pitchFamily="18" charset="0"/>
              </a:rPr>
              <a:t>элемент, нэр томьё ба түүний тодорхойлолт</a:t>
            </a:r>
            <a:br>
              <a:rPr lang="en-US" sz="2400" b="1" dirty="0">
                <a:latin typeface="Times New Roman" panose="02020603050405020304" pitchFamily="18" charset="0"/>
                <a:cs typeface="Times New Roman" panose="02020603050405020304" pitchFamily="18" charset="0"/>
              </a:rPr>
            </a:br>
            <a:endParaRPr lang="en-US" sz="2400" b="1" dirty="0"/>
          </a:p>
        </p:txBody>
      </p:sp>
    </p:spTree>
    <p:extLst>
      <p:ext uri="{BB962C8B-B14F-4D97-AF65-F5344CB8AC3E}">
        <p14:creationId xmlns:p14="http://schemas.microsoft.com/office/powerpoint/2010/main" val="40554046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Straight Arrow Connector 5">
            <a:extLst>
              <a:ext uri="{FF2B5EF4-FFF2-40B4-BE49-F238E27FC236}">
                <a16:creationId xmlns:a16="http://schemas.microsoft.com/office/drawing/2014/main" id="{DE545704-C364-49C3-A21F-DC88D62AE106}"/>
              </a:ext>
            </a:extLst>
          </p:cNvPr>
          <p:cNvCxnSpPr/>
          <p:nvPr/>
        </p:nvCxnSpPr>
        <p:spPr>
          <a:xfrm>
            <a:off x="7699023" y="5373511"/>
            <a:ext cx="2359378" cy="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graphicFrame>
        <p:nvGraphicFramePr>
          <p:cNvPr id="7" name="Table 6">
            <a:extLst>
              <a:ext uri="{FF2B5EF4-FFF2-40B4-BE49-F238E27FC236}">
                <a16:creationId xmlns:a16="http://schemas.microsoft.com/office/drawing/2014/main" id="{993113AF-FBCB-43E0-85C7-51BBE8555F68}"/>
              </a:ext>
            </a:extLst>
          </p:cNvPr>
          <p:cNvGraphicFramePr>
            <a:graphicFrameLocks noGrp="1"/>
          </p:cNvGraphicFramePr>
          <p:nvPr>
            <p:extLst>
              <p:ext uri="{D42A27DB-BD31-4B8C-83A1-F6EECF244321}">
                <p14:modId xmlns:p14="http://schemas.microsoft.com/office/powerpoint/2010/main" val="3658971832"/>
              </p:ext>
            </p:extLst>
          </p:nvPr>
        </p:nvGraphicFramePr>
        <p:xfrm>
          <a:off x="553156" y="79687"/>
          <a:ext cx="10805126" cy="6592571"/>
        </p:xfrm>
        <a:graphic>
          <a:graphicData uri="http://schemas.openxmlformats.org/drawingml/2006/table">
            <a:tbl>
              <a:tblPr firstRow="1" bandRow="1">
                <a:tableStyleId>{5C22544A-7EE6-4342-B048-85BDC9FD1C3A}</a:tableStyleId>
              </a:tblPr>
              <a:tblGrid>
                <a:gridCol w="7335785">
                  <a:extLst>
                    <a:ext uri="{9D8B030D-6E8A-4147-A177-3AD203B41FA5}">
                      <a16:colId xmlns:a16="http://schemas.microsoft.com/office/drawing/2014/main" val="1414997306"/>
                    </a:ext>
                  </a:extLst>
                </a:gridCol>
                <a:gridCol w="3469341">
                  <a:extLst>
                    <a:ext uri="{9D8B030D-6E8A-4147-A177-3AD203B41FA5}">
                      <a16:colId xmlns:a16="http://schemas.microsoft.com/office/drawing/2014/main" val="1261619502"/>
                    </a:ext>
                  </a:extLst>
                </a:gridCol>
              </a:tblGrid>
              <a:tr h="341469">
                <a:tc>
                  <a:txBody>
                    <a:bodyPr/>
                    <a:lstStyle/>
                    <a:p>
                      <a:r>
                        <a:rPr lang="mn-MN" sz="2000" dirty="0">
                          <a:solidFill>
                            <a:schemeClr val="tx1"/>
                          </a:solidFill>
                          <a:latin typeface="Times New Roman" panose="02020603050405020304" pitchFamily="18" charset="0"/>
                          <a:cs typeface="Times New Roman" panose="02020603050405020304" pitchFamily="18" charset="0"/>
                        </a:rPr>
                        <a:t>Нэр томьёо ба түүний тодорхойлолт</a:t>
                      </a:r>
                      <a:endParaRPr lang="en-US" sz="2000" dirty="0">
                        <a:solidFill>
                          <a:schemeClr val="tx1"/>
                        </a:solidFill>
                        <a:latin typeface="Times New Roman" panose="02020603050405020304" pitchFamily="18" charset="0"/>
                        <a:cs typeface="Times New Roman" panose="02020603050405020304" pitchFamily="18" charset="0"/>
                      </a:endParaRPr>
                    </a:p>
                  </a:txBody>
                  <a:tcPr/>
                </a:tc>
                <a:tc>
                  <a:txBody>
                    <a:bodyPr/>
                    <a:lstStyle/>
                    <a:p>
                      <a:r>
                        <a:rPr lang="mn-MN" sz="2000" dirty="0">
                          <a:solidFill>
                            <a:schemeClr val="tx1"/>
                          </a:solidFill>
                          <a:latin typeface="Times New Roman" panose="02020603050405020304" pitchFamily="18" charset="0"/>
                          <a:cs typeface="Times New Roman" panose="02020603050405020304" pitchFamily="18" charset="0"/>
                        </a:rPr>
                        <a:t>Тэмдэглэгээ</a:t>
                      </a:r>
                      <a:endParaRPr lang="en-US" sz="2000" dirty="0">
                        <a:solidFill>
                          <a:schemeClr val="tx1"/>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353585666"/>
                  </a:ext>
                </a:extLst>
              </a:tr>
              <a:tr h="1289537">
                <a:tc>
                  <a:txBody>
                    <a:bodyPr/>
                    <a:lstStyle/>
                    <a:p>
                      <a:r>
                        <a:rPr lang="en-US" sz="2000" b="1" dirty="0">
                          <a:solidFill>
                            <a:schemeClr val="bg1"/>
                          </a:solidFill>
                          <a:latin typeface="Times New Roman" panose="02020603050405020304" pitchFamily="18" charset="0"/>
                          <a:cs typeface="Times New Roman" panose="02020603050405020304" pitchFamily="18" charset="0"/>
                        </a:rPr>
                        <a:t>Transition(</a:t>
                      </a:r>
                      <a:r>
                        <a:rPr lang="mn-MN" sz="2000" b="1" dirty="0">
                          <a:solidFill>
                            <a:schemeClr val="bg1"/>
                          </a:solidFill>
                          <a:latin typeface="Times New Roman" panose="02020603050405020304" pitchFamily="18" charset="0"/>
                          <a:cs typeface="Times New Roman" panose="02020603050405020304" pitchFamily="18" charset="0"/>
                        </a:rPr>
                        <a:t>шилжилт</a:t>
                      </a:r>
                      <a:r>
                        <a:rPr lang="en-US" sz="2000" b="1" dirty="0">
                          <a:solidFill>
                            <a:schemeClr val="bg1"/>
                          </a:solidFill>
                          <a:latin typeface="Times New Roman" panose="02020603050405020304" pitchFamily="18" charset="0"/>
                          <a:cs typeface="Times New Roman" panose="02020603050405020304" pitchFamily="18" charset="0"/>
                        </a:rPr>
                        <a:t>):</a:t>
                      </a:r>
                    </a:p>
                    <a:p>
                      <a:pPr marL="285750" indent="-285750">
                        <a:buFont typeface="Arial" panose="020B0604020202020204" pitchFamily="34" charset="0"/>
                        <a:buChar char="•"/>
                      </a:pPr>
                      <a:r>
                        <a:rPr lang="mn-MN" sz="2000" b="0" dirty="0">
                          <a:solidFill>
                            <a:schemeClr val="bg1"/>
                          </a:solidFill>
                          <a:latin typeface="Times New Roman" panose="02020603050405020304" pitchFamily="18" charset="0"/>
                          <a:cs typeface="Times New Roman" panose="02020603050405020304" pitchFamily="18" charset="0"/>
                        </a:rPr>
                        <a:t>Эхний төлөвт буй обьект дараагийн төлөвт орохыг заана.</a:t>
                      </a:r>
                    </a:p>
                    <a:p>
                      <a:pPr marL="285750" indent="-285750">
                        <a:buFont typeface="Arial" panose="020B0604020202020204" pitchFamily="34" charset="0"/>
                        <a:buChar char="•"/>
                      </a:pPr>
                      <a:r>
                        <a:rPr lang="mn-MN" sz="2000" b="0" dirty="0">
                          <a:solidFill>
                            <a:schemeClr val="bg1"/>
                          </a:solidFill>
                          <a:latin typeface="Times New Roman" panose="02020603050405020304" pitchFamily="18" charset="0"/>
                          <a:cs typeface="Times New Roman" panose="02020603050405020304" pitchFamily="18" charset="0"/>
                        </a:rPr>
                        <a:t>Үйл явдлын нэрээр хаяглан нэг төлөвөөс нөгөө төлөв рүү чиглэссэн битүү сумаар харуулна.</a:t>
                      </a:r>
                      <a:endParaRPr lang="en-US" sz="2000" b="0" dirty="0">
                        <a:solidFill>
                          <a:schemeClr val="bg1"/>
                        </a:solidFill>
                        <a:latin typeface="Times New Roman" panose="02020603050405020304" pitchFamily="18" charset="0"/>
                        <a:cs typeface="Times New Roman" panose="02020603050405020304" pitchFamily="18" charset="0"/>
                      </a:endParaRPr>
                    </a:p>
                  </a:txBody>
                  <a:tcPr/>
                </a:tc>
                <a:tc>
                  <a:txBody>
                    <a:bodyPr/>
                    <a:lstStyle/>
                    <a:p>
                      <a:endParaRPr lang="en-US" sz="2000" dirty="0">
                        <a:solidFill>
                          <a:schemeClr val="bg1"/>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265015815"/>
                  </a:ext>
                </a:extLst>
              </a:tr>
              <a:tr h="1917479">
                <a:tc>
                  <a:txBody>
                    <a:bodyPr/>
                    <a:lstStyle/>
                    <a:p>
                      <a:r>
                        <a:rPr lang="en-US" sz="2000" b="1" dirty="0">
                          <a:solidFill>
                            <a:schemeClr val="bg1"/>
                          </a:solidFill>
                          <a:latin typeface="Times New Roman" panose="02020603050405020304" pitchFamily="18" charset="0"/>
                          <a:cs typeface="Times New Roman" panose="02020603050405020304" pitchFamily="18" charset="0"/>
                        </a:rPr>
                        <a:t>Event(</a:t>
                      </a:r>
                      <a:r>
                        <a:rPr lang="mn-MN" sz="2000" b="1" dirty="0">
                          <a:solidFill>
                            <a:schemeClr val="bg1"/>
                          </a:solidFill>
                          <a:latin typeface="Times New Roman" panose="02020603050405020304" pitchFamily="18" charset="0"/>
                          <a:cs typeface="Times New Roman" panose="02020603050405020304" pitchFamily="18" charset="0"/>
                        </a:rPr>
                        <a:t>үйл явдал</a:t>
                      </a:r>
                      <a:r>
                        <a:rPr lang="en-US" sz="2000" b="1" dirty="0">
                          <a:solidFill>
                            <a:schemeClr val="bg1"/>
                          </a:solidFill>
                          <a:latin typeface="Times New Roman" panose="02020603050405020304" pitchFamily="18" charset="0"/>
                          <a:cs typeface="Times New Roman" panose="02020603050405020304" pitchFamily="18" charset="0"/>
                        </a:rPr>
                        <a:t>):</a:t>
                      </a:r>
                    </a:p>
                    <a:p>
                      <a:pPr marL="342900" indent="-342900">
                        <a:buFont typeface="Arial" panose="020B0604020202020204" pitchFamily="34" charset="0"/>
                        <a:buChar char="•"/>
                      </a:pPr>
                      <a:r>
                        <a:rPr lang="mn-MN" sz="2000" b="0" dirty="0">
                          <a:solidFill>
                            <a:schemeClr val="bg1"/>
                          </a:solidFill>
                          <a:latin typeface="Times New Roman" panose="02020603050405020304" pitchFamily="18" charset="0"/>
                          <a:cs typeface="Times New Roman" panose="02020603050405020304" pitchFamily="18" charset="0"/>
                        </a:rPr>
                        <a:t>Төлөвийн өөрчлөлтийг өдөөж буй анхаарал татсан үзэгдэл юм.</a:t>
                      </a:r>
                    </a:p>
                    <a:p>
                      <a:pPr marL="342900" indent="-342900">
                        <a:buFont typeface="Arial" panose="020B0604020202020204" pitchFamily="34" charset="0"/>
                        <a:buChar char="•"/>
                      </a:pPr>
                      <a:r>
                        <a:rPr lang="mn-MN" sz="2000" b="0" dirty="0">
                          <a:solidFill>
                            <a:schemeClr val="bg1"/>
                          </a:solidFill>
                          <a:latin typeface="Times New Roman" panose="02020603050405020304" pitchFamily="18" charset="0"/>
                          <a:cs typeface="Times New Roman" panose="02020603050405020304" pitchFamily="18" charset="0"/>
                        </a:rPr>
                        <a:t>Нөхцөл биелэх үед хийгдэхээр төлөвлөх, тухайлбал, нөхцөл үнэн болох үед нэг обьектоос нөгөө обьект руу тодорхой сигналыг хүлээн авах, эсвэл тодорхой тогтоосон хугацаанд дамжихаар тодорхойлно.</a:t>
                      </a:r>
                      <a:endParaRPr lang="en-US" sz="2000" b="0" dirty="0">
                        <a:solidFill>
                          <a:schemeClr val="bg1"/>
                        </a:solidFill>
                        <a:latin typeface="Times New Roman" panose="02020603050405020304" pitchFamily="18" charset="0"/>
                        <a:cs typeface="Times New Roman" panose="02020603050405020304" pitchFamily="18" charset="0"/>
                      </a:endParaRPr>
                    </a:p>
                  </a:txBody>
                  <a:tcPr/>
                </a:tc>
                <a:tc>
                  <a:txBody>
                    <a:bodyPr/>
                    <a:lstStyle/>
                    <a:p>
                      <a:br>
                        <a:rPr lang="mn-MN" sz="2000" dirty="0">
                          <a:solidFill>
                            <a:schemeClr val="bg1"/>
                          </a:solidFill>
                          <a:latin typeface="Times New Roman" panose="02020603050405020304" pitchFamily="18" charset="0"/>
                          <a:cs typeface="Times New Roman" panose="02020603050405020304" pitchFamily="18" charset="0"/>
                        </a:rPr>
                      </a:br>
                      <a:br>
                        <a:rPr lang="mn-MN" sz="2000" dirty="0">
                          <a:solidFill>
                            <a:schemeClr val="bg1"/>
                          </a:solidFill>
                          <a:latin typeface="Times New Roman" panose="02020603050405020304" pitchFamily="18" charset="0"/>
                          <a:cs typeface="Times New Roman" panose="02020603050405020304" pitchFamily="18" charset="0"/>
                        </a:rPr>
                      </a:br>
                      <a:r>
                        <a:rPr lang="mn-MN" sz="2000" dirty="0">
                          <a:solidFill>
                            <a:schemeClr val="bg1"/>
                          </a:solidFill>
                          <a:latin typeface="Times New Roman" panose="02020603050405020304" pitchFamily="18" charset="0"/>
                          <a:cs typeface="Times New Roman" panose="02020603050405020304" pitchFamily="18" charset="0"/>
                        </a:rPr>
                        <a:t>                         </a:t>
                      </a:r>
                      <a:br>
                        <a:rPr lang="mn-MN" sz="2000" dirty="0">
                          <a:solidFill>
                            <a:schemeClr val="bg1"/>
                          </a:solidFill>
                          <a:latin typeface="Times New Roman" panose="02020603050405020304" pitchFamily="18" charset="0"/>
                          <a:cs typeface="Times New Roman" panose="02020603050405020304" pitchFamily="18" charset="0"/>
                        </a:rPr>
                      </a:br>
                      <a:r>
                        <a:rPr lang="mn-MN" sz="2000" dirty="0">
                          <a:solidFill>
                            <a:schemeClr val="bg1"/>
                          </a:solidFill>
                          <a:latin typeface="Times New Roman" panose="02020603050405020304" pitchFamily="18" charset="0"/>
                          <a:cs typeface="Times New Roman" panose="02020603050405020304" pitchFamily="18" charset="0"/>
                        </a:rPr>
                        <a:t>             </a:t>
                      </a:r>
                      <a:r>
                        <a:rPr lang="en-US" sz="2000" dirty="0">
                          <a:solidFill>
                            <a:schemeClr val="bg1"/>
                          </a:solidFill>
                          <a:latin typeface="Times New Roman" panose="02020603050405020304" pitchFamily="18" charset="0"/>
                          <a:cs typeface="Times New Roman" panose="02020603050405020304" pitchFamily="18" charset="0"/>
                        </a:rPr>
                        <a:t>  </a:t>
                      </a:r>
                      <a:r>
                        <a:rPr lang="mn-MN" sz="2000" b="0" dirty="0">
                          <a:solidFill>
                            <a:schemeClr val="bg1"/>
                          </a:solidFill>
                          <a:latin typeface="Times New Roman" panose="02020603050405020304" pitchFamily="18" charset="0"/>
                          <a:cs typeface="Times New Roman" panose="02020603050405020304" pitchFamily="18" charset="0"/>
                        </a:rPr>
                        <a:t>Үйл явдал</a:t>
                      </a:r>
                      <a:r>
                        <a:rPr lang="en-US" sz="2000" b="0" dirty="0">
                          <a:solidFill>
                            <a:schemeClr val="bg1"/>
                          </a:solidFill>
                          <a:latin typeface="Times New Roman" panose="02020603050405020304" pitchFamily="18" charset="0"/>
                          <a:cs typeface="Times New Roman" panose="02020603050405020304" pitchFamily="18" charset="0"/>
                        </a:rPr>
                        <a:t>_1</a:t>
                      </a:r>
                      <a:endParaRPr lang="en-US" sz="2000" dirty="0">
                        <a:solidFill>
                          <a:schemeClr val="bg1"/>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173287574"/>
                  </a:ext>
                </a:extLst>
              </a:tr>
              <a:tr h="866806">
                <a:tc>
                  <a:txBody>
                    <a:bodyPr/>
                    <a:lstStyle/>
                    <a:p>
                      <a:r>
                        <a:rPr lang="en-US" sz="2000" b="1" dirty="0">
                          <a:solidFill>
                            <a:schemeClr val="bg1"/>
                          </a:solidFill>
                          <a:latin typeface="Times New Roman" panose="02020603050405020304" pitchFamily="18" charset="0"/>
                          <a:cs typeface="Times New Roman" panose="02020603050405020304" pitchFamily="18" charset="0"/>
                        </a:rPr>
                        <a:t>Substate(</a:t>
                      </a:r>
                      <a:r>
                        <a:rPr lang="mn-MN" sz="2000" b="1" dirty="0">
                          <a:solidFill>
                            <a:schemeClr val="bg1"/>
                          </a:solidFill>
                          <a:latin typeface="Times New Roman" panose="02020603050405020304" pitchFamily="18" charset="0"/>
                          <a:cs typeface="Times New Roman" panose="02020603050405020304" pitchFamily="18" charset="0"/>
                        </a:rPr>
                        <a:t>төлөвийн хүрээ</a:t>
                      </a:r>
                      <a:r>
                        <a:rPr lang="en-US" sz="2000" b="1" dirty="0">
                          <a:solidFill>
                            <a:schemeClr val="bg1"/>
                          </a:solidFill>
                          <a:latin typeface="Times New Roman" panose="02020603050405020304" pitchFamily="18" charset="0"/>
                          <a:cs typeface="Times New Roman" panose="02020603050405020304" pitchFamily="18" charset="0"/>
                        </a:rPr>
                        <a:t>):</a:t>
                      </a:r>
                    </a:p>
                    <a:p>
                      <a:pPr marL="342900" indent="-342900">
                        <a:buFont typeface="Arial" panose="020B0604020202020204" pitchFamily="34" charset="0"/>
                        <a:buChar char="•"/>
                      </a:pPr>
                      <a:r>
                        <a:rPr lang="mn-MN" sz="2000" b="0" dirty="0">
                          <a:solidFill>
                            <a:schemeClr val="bg1"/>
                          </a:solidFill>
                          <a:latin typeface="Times New Roman" panose="02020603050405020304" pitchFamily="18" charset="0"/>
                          <a:cs typeface="Times New Roman" panose="02020603050405020304" pitchFamily="18" charset="0"/>
                        </a:rPr>
                        <a:t>Төлөвийн сэдвийг харуулна.</a:t>
                      </a:r>
                      <a:br>
                        <a:rPr lang="mn-MN" sz="2000" b="0" dirty="0">
                          <a:solidFill>
                            <a:schemeClr val="bg1"/>
                          </a:solidFill>
                          <a:latin typeface="Times New Roman" panose="02020603050405020304" pitchFamily="18" charset="0"/>
                          <a:cs typeface="Times New Roman" panose="02020603050405020304" pitchFamily="18" charset="0"/>
                        </a:rPr>
                      </a:br>
                      <a:endParaRPr lang="en-US" sz="2000" b="0" dirty="0">
                        <a:solidFill>
                          <a:schemeClr val="bg1"/>
                        </a:solidFill>
                        <a:latin typeface="Times New Roman" panose="02020603050405020304" pitchFamily="18" charset="0"/>
                        <a:cs typeface="Times New Roman" panose="02020603050405020304" pitchFamily="18" charset="0"/>
                      </a:endParaRPr>
                    </a:p>
                  </a:txBody>
                  <a:tcPr/>
                </a:tc>
                <a:tc>
                  <a:txBody>
                    <a:bodyPr/>
                    <a:lstStyle/>
                    <a:p>
                      <a:pPr marL="0" indent="0">
                        <a:buFont typeface="Arial" panose="020B0604020202020204" pitchFamily="34" charset="0"/>
                        <a:buNone/>
                      </a:pPr>
                      <a:endParaRPr lang="en-US" sz="2000" dirty="0">
                        <a:solidFill>
                          <a:schemeClr val="bg1"/>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764064323"/>
                  </a:ext>
                </a:extLst>
              </a:tr>
              <a:tr h="1654811">
                <a:tc>
                  <a:txBody>
                    <a:bodyPr/>
                    <a:lstStyle/>
                    <a:p>
                      <a:pPr marL="0" indent="0">
                        <a:buFont typeface="Arial" panose="020B0604020202020204" pitchFamily="34" charset="0"/>
                        <a:buNone/>
                      </a:pPr>
                      <a:r>
                        <a:rPr lang="en-US" sz="2000" b="1" i="0" dirty="0">
                          <a:solidFill>
                            <a:schemeClr val="bg1"/>
                          </a:solidFill>
                          <a:effectLst/>
                          <a:latin typeface="Times New Roman" panose="02020603050405020304" pitchFamily="18" charset="0"/>
                          <a:cs typeface="Times New Roman" panose="02020603050405020304" pitchFamily="18" charset="0"/>
                        </a:rPr>
                        <a:t>Composite state(</a:t>
                      </a:r>
                      <a:r>
                        <a:rPr lang="mn-MN" sz="2000" b="1" i="0" dirty="0">
                          <a:solidFill>
                            <a:schemeClr val="bg1"/>
                          </a:solidFill>
                          <a:effectLst/>
                          <a:latin typeface="Times New Roman" panose="02020603050405020304" pitchFamily="18" charset="0"/>
                          <a:cs typeface="Times New Roman" panose="02020603050405020304" pitchFamily="18" charset="0"/>
                        </a:rPr>
                        <a:t>нийлмэл төрөл</a:t>
                      </a:r>
                      <a:r>
                        <a:rPr lang="en-US" sz="2000" b="1" i="0" dirty="0">
                          <a:solidFill>
                            <a:schemeClr val="bg1"/>
                          </a:solidFill>
                          <a:effectLst/>
                          <a:latin typeface="Times New Roman" panose="02020603050405020304" pitchFamily="18" charset="0"/>
                          <a:cs typeface="Times New Roman" panose="02020603050405020304" pitchFamily="18" charset="0"/>
                        </a:rPr>
                        <a:t>)</a:t>
                      </a:r>
                      <a:endParaRPr lang="mn-MN" sz="2000" b="0" i="0" dirty="0">
                        <a:solidFill>
                          <a:schemeClr val="bg1"/>
                        </a:solidFill>
                        <a:effectLst/>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mn-MN" sz="2000" b="0" i="0" dirty="0">
                          <a:solidFill>
                            <a:schemeClr val="bg1"/>
                          </a:solidFill>
                          <a:effectLst/>
                          <a:latin typeface="Times New Roman" panose="02020603050405020304" pitchFamily="18" charset="0"/>
                          <a:cs typeface="Times New Roman" panose="02020603050405020304" pitchFamily="18" charset="0"/>
                        </a:rPr>
                        <a:t>Энэ нь хэд хэдэн дэд төлөвүүдийг агуулдаг бөгөөд эдгээр дэд төлөвүүд нь тодорхой логиктой, нэгтгэсэн байдалтай байдаг</a:t>
                      </a:r>
                    </a:p>
                    <a:p>
                      <a:pPr marL="342900" indent="-342900">
                        <a:buFont typeface="Arial" panose="020B0604020202020204" pitchFamily="34" charset="0"/>
                        <a:buChar char="•"/>
                      </a:pPr>
                      <a:r>
                        <a:rPr kumimoji="0" lang="mn-MN" altLang="en-US" sz="20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нийлмэл төлөвийг илэрхийлэхийн тулд бөөрөнхий тэгш өнцөгтийг ашигладаг.</a:t>
                      </a:r>
                      <a:endParaRPr lang="en-US" sz="2000" b="0" dirty="0">
                        <a:solidFill>
                          <a:schemeClr val="bg1"/>
                        </a:solidFill>
                        <a:latin typeface="Times New Roman" panose="02020603050405020304" pitchFamily="18" charset="0"/>
                        <a:cs typeface="Times New Roman" panose="02020603050405020304" pitchFamily="18" charset="0"/>
                      </a:endParaRPr>
                    </a:p>
                  </a:txBody>
                  <a:tcPr/>
                </a:tc>
                <a:tc>
                  <a:txBody>
                    <a:bodyPr/>
                    <a:lstStyle/>
                    <a:p>
                      <a:pPr marL="285750" indent="-285750">
                        <a:buFont typeface="Arial" panose="020B0604020202020204" pitchFamily="34" charset="0"/>
                        <a:buChar char="•"/>
                      </a:pPr>
                      <a:endParaRPr lang="en-US" sz="2000" dirty="0">
                        <a:solidFill>
                          <a:schemeClr val="bg1"/>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116774293"/>
                  </a:ext>
                </a:extLst>
              </a:tr>
            </a:tbl>
          </a:graphicData>
        </a:graphic>
      </p:graphicFrame>
      <p:cxnSp>
        <p:nvCxnSpPr>
          <p:cNvPr id="10" name="Straight Arrow Connector 9">
            <a:extLst>
              <a:ext uri="{FF2B5EF4-FFF2-40B4-BE49-F238E27FC236}">
                <a16:creationId xmlns:a16="http://schemas.microsoft.com/office/drawing/2014/main" id="{172EF547-5F0F-4687-82FB-F7194D7D2648}"/>
              </a:ext>
            </a:extLst>
          </p:cNvPr>
          <p:cNvCxnSpPr/>
          <p:nvPr/>
        </p:nvCxnSpPr>
        <p:spPr>
          <a:xfrm>
            <a:off x="8418525" y="1139182"/>
            <a:ext cx="2438400" cy="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pic>
        <p:nvPicPr>
          <p:cNvPr id="37" name="Picture 36">
            <a:extLst>
              <a:ext uri="{FF2B5EF4-FFF2-40B4-BE49-F238E27FC236}">
                <a16:creationId xmlns:a16="http://schemas.microsoft.com/office/drawing/2014/main" id="{FCBF16C2-1A34-46BB-894A-D895FA583E98}"/>
              </a:ext>
            </a:extLst>
          </p:cNvPr>
          <p:cNvPicPr>
            <a:picLocks noChangeAspect="1"/>
          </p:cNvPicPr>
          <p:nvPr/>
        </p:nvPicPr>
        <p:blipFill>
          <a:blip r:embed="rId2"/>
          <a:stretch>
            <a:fillRect/>
          </a:stretch>
        </p:blipFill>
        <p:spPr>
          <a:xfrm>
            <a:off x="8552951" y="4074765"/>
            <a:ext cx="2060627" cy="883997"/>
          </a:xfrm>
          <a:prstGeom prst="rect">
            <a:avLst/>
          </a:prstGeom>
        </p:spPr>
      </p:pic>
      <p:pic>
        <p:nvPicPr>
          <p:cNvPr id="46" name="Picture 45">
            <a:extLst>
              <a:ext uri="{FF2B5EF4-FFF2-40B4-BE49-F238E27FC236}">
                <a16:creationId xmlns:a16="http://schemas.microsoft.com/office/drawing/2014/main" id="{2C3DA062-9AEA-4AD5-B6E1-A4EFC0E51D61}"/>
              </a:ext>
            </a:extLst>
          </p:cNvPr>
          <p:cNvPicPr>
            <a:picLocks noChangeAspect="1"/>
          </p:cNvPicPr>
          <p:nvPr/>
        </p:nvPicPr>
        <p:blipFill>
          <a:blip r:embed="rId3"/>
          <a:stretch>
            <a:fillRect/>
          </a:stretch>
        </p:blipFill>
        <p:spPr>
          <a:xfrm>
            <a:off x="8552951" y="5178702"/>
            <a:ext cx="2078916" cy="1133954"/>
          </a:xfrm>
          <a:prstGeom prst="rect">
            <a:avLst/>
          </a:prstGeom>
        </p:spPr>
      </p:pic>
    </p:spTree>
    <p:extLst>
      <p:ext uri="{BB962C8B-B14F-4D97-AF65-F5344CB8AC3E}">
        <p14:creationId xmlns:p14="http://schemas.microsoft.com/office/powerpoint/2010/main" val="10364707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307DBE40-B7C9-41B0-8E57-97CEC6B8D0E8}"/>
              </a:ext>
            </a:extLst>
          </p:cNvPr>
          <p:cNvSpPr/>
          <p:nvPr/>
        </p:nvSpPr>
        <p:spPr>
          <a:xfrm>
            <a:off x="251012" y="3155576"/>
            <a:ext cx="11385176" cy="306593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itle 9">
            <a:extLst>
              <a:ext uri="{FF2B5EF4-FFF2-40B4-BE49-F238E27FC236}">
                <a16:creationId xmlns:a16="http://schemas.microsoft.com/office/drawing/2014/main" id="{6C0AF3A2-9EE9-4306-BF5D-8C4D5B7C6132}"/>
              </a:ext>
            </a:extLst>
          </p:cNvPr>
          <p:cNvSpPr>
            <a:spLocks noGrp="1"/>
          </p:cNvSpPr>
          <p:nvPr>
            <p:ph type="title"/>
          </p:nvPr>
        </p:nvSpPr>
        <p:spPr>
          <a:xfrm>
            <a:off x="685801" y="107580"/>
            <a:ext cx="10131425" cy="1456267"/>
          </a:xfrm>
        </p:spPr>
        <p:txBody>
          <a:bodyPr/>
          <a:lstStyle/>
          <a:p>
            <a:r>
              <a:rPr lang="en-US" dirty="0">
                <a:latin typeface="Times New Roman" panose="02020603050405020304" pitchFamily="18" charset="0"/>
                <a:cs typeface="Times New Roman" panose="02020603050405020304" pitchFamily="18" charset="0"/>
              </a:rPr>
              <a:t>State diagram </a:t>
            </a:r>
            <a:r>
              <a:rPr lang="mn-MN" dirty="0">
                <a:latin typeface="Times New Roman" panose="02020603050405020304" pitchFamily="18" charset="0"/>
                <a:cs typeface="Times New Roman" panose="02020603050405020304" pitchFamily="18" charset="0"/>
              </a:rPr>
              <a:t>байгуулах зааварчилгаа</a:t>
            </a:r>
            <a:endParaRPr lang="en-US" dirty="0">
              <a:latin typeface="Times New Roman" panose="02020603050405020304" pitchFamily="18" charset="0"/>
              <a:cs typeface="Times New Roman" panose="02020603050405020304" pitchFamily="18" charset="0"/>
            </a:endParaRPr>
          </a:p>
        </p:txBody>
      </p:sp>
      <p:sp>
        <p:nvSpPr>
          <p:cNvPr id="11" name="Text Placeholder 2">
            <a:extLst>
              <a:ext uri="{FF2B5EF4-FFF2-40B4-BE49-F238E27FC236}">
                <a16:creationId xmlns:a16="http://schemas.microsoft.com/office/drawing/2014/main" id="{D9F63676-E198-4F62-A6AE-A852BE876D1B}"/>
              </a:ext>
            </a:extLst>
          </p:cNvPr>
          <p:cNvSpPr txBox="1">
            <a:spLocks/>
          </p:cNvSpPr>
          <p:nvPr/>
        </p:nvSpPr>
        <p:spPr>
          <a:xfrm>
            <a:off x="134470" y="1999130"/>
            <a:ext cx="11716871" cy="4473388"/>
          </a:xfrm>
          <a:prstGeom prst="rect">
            <a:avLst/>
          </a:prstGeom>
        </p:spPr>
        <p:txBody>
          <a:bodyPr vert="horz" lIns="91440" tIns="45720" rIns="91440" bIns="45720" rtlCol="0" anchor="ctr">
            <a:noAutofit/>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marL="342900" indent="-342900">
              <a:buFont typeface="Arial" panose="020B0604020202020204" pitchFamily="34" charset="0"/>
              <a:buChar char="•"/>
            </a:pPr>
            <a:r>
              <a:rPr lang="mn-MN" sz="2400" dirty="0">
                <a:latin typeface="Times New Roman" panose="02020603050405020304" pitchFamily="18" charset="0"/>
                <a:cs typeface="Times New Roman" panose="02020603050405020304" pitchFamily="18" charset="0"/>
              </a:rPr>
              <a:t>Обьектын төлөв дээр суурилан зан төлөв нь өөрчлөгддөг обьектуудын хувьд төлөвийн диаграммыг байгуулах хэрэгтэй. Өөрөөр хэлбэл зан төлөв нь түүний төлөвүүдээс хамаарахгүйгээр үргэлж ижил байдаг обьектын хувьд төлөвийн диаграм байгуулах шаардлагагүй. </a:t>
            </a:r>
            <a:br>
              <a:rPr lang="mn-MN" sz="2400" dirty="0">
                <a:latin typeface="Times New Roman" panose="02020603050405020304" pitchFamily="18" charset="0"/>
                <a:cs typeface="Times New Roman" panose="02020603050405020304" pitchFamily="18" charset="0"/>
              </a:rPr>
            </a:br>
            <a:r>
              <a:rPr lang="mn-MN" sz="2400" dirty="0">
                <a:latin typeface="Times New Roman" panose="02020603050405020304" pitchFamily="18" charset="0"/>
                <a:cs typeface="Times New Roman" panose="02020603050405020304" pitchFamily="18" charset="0"/>
              </a:rPr>
              <a:t>Жишээ нь</a:t>
            </a:r>
            <a:r>
              <a:rPr lang="en-US" sz="2400" dirty="0">
                <a:latin typeface="Times New Roman" panose="02020603050405020304" pitchFamily="18" charset="0"/>
                <a:cs typeface="Times New Roman" panose="02020603050405020304" pitchFamily="18" charset="0"/>
              </a:rPr>
              <a:t>:</a:t>
            </a:r>
            <a:br>
              <a:rPr lang="mn-MN" sz="2400" dirty="0">
                <a:latin typeface="Times New Roman" panose="02020603050405020304" pitchFamily="18" charset="0"/>
                <a:cs typeface="Times New Roman" panose="02020603050405020304" pitchFamily="18" charset="0"/>
              </a:rPr>
            </a:br>
            <a:r>
              <a:rPr lang="mn-MN" sz="2400" dirty="0">
                <a:latin typeface="Times New Roman" panose="02020603050405020304" pitchFamily="18" charset="0"/>
                <a:cs typeface="Times New Roman" panose="02020603050405020304" pitchFamily="18" charset="0"/>
              </a:rPr>
              <a:t>Цахилгааны ламп</a:t>
            </a:r>
            <a:r>
              <a:rPr lang="en-US" sz="2400" dirty="0">
                <a:latin typeface="Times New Roman" panose="02020603050405020304" pitchFamily="18" charset="0"/>
                <a:cs typeface="Times New Roman" panose="02020603050405020304" pitchFamily="18" charset="0"/>
              </a:rPr>
              <a:t> </a:t>
            </a:r>
            <a:r>
              <a:rPr lang="mn-MN" sz="2400" dirty="0">
                <a:latin typeface="Times New Roman" panose="02020603050405020304" pitchFamily="18" charset="0"/>
                <a:cs typeface="Times New Roman" panose="02020603050405020304" pitchFamily="18" charset="0"/>
              </a:rPr>
              <a:t>обьектын хувьд </a:t>
            </a:r>
            <a:br>
              <a:rPr lang="mn-MN" sz="2400" dirty="0">
                <a:latin typeface="Times New Roman" panose="02020603050405020304" pitchFamily="18" charset="0"/>
                <a:cs typeface="Times New Roman" panose="02020603050405020304" pitchFamily="18" charset="0"/>
              </a:rPr>
            </a:br>
            <a:r>
              <a:rPr lang="mn-MN" sz="2400" dirty="0">
                <a:latin typeface="Times New Roman" panose="02020603050405020304" pitchFamily="18" charset="0"/>
                <a:cs typeface="Times New Roman" panose="02020603050405020304" pitchFamily="18" charset="0"/>
              </a:rPr>
              <a:t>Төлөвүүд</a:t>
            </a:r>
            <a:r>
              <a:rPr lang="en-US" sz="2400" dirty="0">
                <a:latin typeface="Times New Roman" panose="02020603050405020304" pitchFamily="18" charset="0"/>
                <a:cs typeface="Times New Roman" panose="02020603050405020304" pitchFamily="18" charset="0"/>
              </a:rPr>
              <a:t>: </a:t>
            </a:r>
            <a:r>
              <a:rPr lang="mn-MN" sz="2400" dirty="0">
                <a:latin typeface="Times New Roman" panose="02020603050405020304" pitchFamily="18" charset="0"/>
                <a:cs typeface="Times New Roman" panose="02020603050405020304" pitchFamily="18" charset="0"/>
              </a:rPr>
              <a:t>Нээлттэй </a:t>
            </a:r>
            <a:r>
              <a:rPr lang="en-US" sz="2400" dirty="0">
                <a:latin typeface="Times New Roman" panose="02020603050405020304" pitchFamily="18" charset="0"/>
                <a:cs typeface="Times New Roman" panose="02020603050405020304" pitchFamily="18" charset="0"/>
              </a:rPr>
              <a:t>(</a:t>
            </a:r>
            <a:r>
              <a:rPr lang="mn-MN" sz="2400" dirty="0">
                <a:latin typeface="Times New Roman" panose="02020603050405020304" pitchFamily="18" charset="0"/>
                <a:cs typeface="Times New Roman" panose="02020603050405020304" pitchFamily="18" charset="0"/>
              </a:rPr>
              <a:t>ажиллаж байгаа</a:t>
            </a:r>
            <a:r>
              <a:rPr lang="en-US" sz="2400" dirty="0">
                <a:latin typeface="Times New Roman" panose="02020603050405020304" pitchFamily="18" charset="0"/>
                <a:cs typeface="Times New Roman" panose="02020603050405020304" pitchFamily="18" charset="0"/>
              </a:rPr>
              <a:t>)</a:t>
            </a:r>
            <a:r>
              <a:rPr lang="mn-MN" sz="2400" dirty="0">
                <a:latin typeface="Times New Roman" panose="02020603050405020304" pitchFamily="18" charset="0"/>
                <a:cs typeface="Times New Roman" panose="02020603050405020304" pitchFamily="18" charset="0"/>
              </a:rPr>
              <a:t>, Хаалттай </a:t>
            </a:r>
            <a:r>
              <a:rPr lang="en-US" sz="2400" dirty="0">
                <a:latin typeface="Times New Roman" panose="02020603050405020304" pitchFamily="18" charset="0"/>
                <a:cs typeface="Times New Roman" panose="02020603050405020304" pitchFamily="18" charset="0"/>
              </a:rPr>
              <a:t>(</a:t>
            </a:r>
            <a:r>
              <a:rPr lang="mn-MN" sz="2400" dirty="0">
                <a:latin typeface="Times New Roman" panose="02020603050405020304" pitchFamily="18" charset="0"/>
                <a:cs typeface="Times New Roman" panose="02020603050405020304" pitchFamily="18" charset="0"/>
              </a:rPr>
              <a:t>ажиллахгүй</a:t>
            </a:r>
            <a:r>
              <a:rPr lang="en-US" sz="2400" dirty="0">
                <a:latin typeface="Times New Roman" panose="02020603050405020304" pitchFamily="18" charset="0"/>
                <a:cs typeface="Times New Roman" panose="02020603050405020304" pitchFamily="18" charset="0"/>
              </a:rPr>
              <a:t>)</a:t>
            </a:r>
            <a:br>
              <a:rPr lang="mn-MN" sz="2400" dirty="0">
                <a:latin typeface="Times New Roman" panose="02020603050405020304" pitchFamily="18" charset="0"/>
                <a:cs typeface="Times New Roman" panose="02020603050405020304" pitchFamily="18" charset="0"/>
              </a:rPr>
            </a:br>
            <a:r>
              <a:rPr lang="mn-MN" sz="2400" dirty="0">
                <a:latin typeface="Times New Roman" panose="02020603050405020304" pitchFamily="18" charset="0"/>
                <a:cs typeface="Times New Roman" panose="02020603050405020304" pitchFamily="18" charset="0"/>
              </a:rPr>
              <a:t>Зан төлөв</a:t>
            </a:r>
            <a:r>
              <a:rPr lang="en-US" sz="2400" dirty="0">
                <a:latin typeface="Times New Roman" panose="02020603050405020304" pitchFamily="18" charset="0"/>
                <a:cs typeface="Times New Roman" panose="02020603050405020304" pitchFamily="18" charset="0"/>
              </a:rPr>
              <a:t>:</a:t>
            </a:r>
            <a:r>
              <a:rPr lang="mn-MN" sz="2400" dirty="0">
                <a:latin typeface="Times New Roman" panose="02020603050405020304" pitchFamily="18" charset="0"/>
                <a:cs typeface="Times New Roman" panose="02020603050405020304" pitchFamily="18" charset="0"/>
              </a:rPr>
              <a:t> төлөвөөс хамааран гэрэлтэх буюу гэрэлтэхгүй</a:t>
            </a:r>
            <a:br>
              <a:rPr lang="mn-MN" sz="2400" dirty="0">
                <a:latin typeface="Times New Roman" panose="02020603050405020304" pitchFamily="18" charset="0"/>
                <a:cs typeface="Times New Roman" panose="02020603050405020304" pitchFamily="18" charset="0"/>
              </a:rPr>
            </a:br>
            <a:r>
              <a:rPr lang="mn-MN" sz="2400" dirty="0">
                <a:latin typeface="Times New Roman" panose="02020603050405020304" pitchFamily="18" charset="0"/>
                <a:cs typeface="Times New Roman" panose="02020603050405020304" pitchFamily="18" charset="0"/>
              </a:rPr>
              <a:t>Хэрэглэгчийн данс </a:t>
            </a:r>
            <a:br>
              <a:rPr lang="mn-MN" sz="2400" dirty="0">
                <a:latin typeface="Times New Roman" panose="02020603050405020304" pitchFamily="18" charset="0"/>
                <a:cs typeface="Times New Roman" panose="02020603050405020304" pitchFamily="18" charset="0"/>
              </a:rPr>
            </a:br>
            <a:r>
              <a:rPr lang="mn-MN" sz="2400" dirty="0">
                <a:latin typeface="Times New Roman" panose="02020603050405020304" pitchFamily="18" charset="0"/>
                <a:cs typeface="Times New Roman" panose="02020603050405020304" pitchFamily="18" charset="0"/>
              </a:rPr>
              <a:t>Төлөвүүд</a:t>
            </a:r>
            <a:r>
              <a:rPr lang="en-US" sz="2400" dirty="0">
                <a:latin typeface="Times New Roman" panose="02020603050405020304" pitchFamily="18" charset="0"/>
                <a:cs typeface="Times New Roman" panose="02020603050405020304" pitchFamily="18" charset="0"/>
              </a:rPr>
              <a:t>:</a:t>
            </a:r>
            <a:r>
              <a:rPr lang="mn-MN" sz="2400" dirty="0">
                <a:latin typeface="Times New Roman" panose="02020603050405020304" pitchFamily="18" charset="0"/>
                <a:cs typeface="Times New Roman" panose="02020603050405020304" pitchFamily="18" charset="0"/>
              </a:rPr>
              <a:t> Идэвхтэй, Идэвхгүй, Хаасан, Шинэ</a:t>
            </a:r>
            <a:br>
              <a:rPr lang="mn-MN" sz="2400" dirty="0">
                <a:latin typeface="Times New Roman" panose="02020603050405020304" pitchFamily="18" charset="0"/>
                <a:cs typeface="Times New Roman" panose="02020603050405020304" pitchFamily="18" charset="0"/>
              </a:rPr>
            </a:br>
            <a:r>
              <a:rPr lang="mn-MN" sz="2400" dirty="0">
                <a:latin typeface="Times New Roman" panose="02020603050405020304" pitchFamily="18" charset="0"/>
                <a:cs typeface="Times New Roman" panose="02020603050405020304" pitchFamily="18" charset="0"/>
              </a:rPr>
              <a:t>Зөн төлөв</a:t>
            </a:r>
            <a:r>
              <a:rPr lang="en-US" sz="2400" dirty="0">
                <a:latin typeface="Times New Roman" panose="02020603050405020304" pitchFamily="18" charset="0"/>
                <a:cs typeface="Times New Roman" panose="02020603050405020304" pitchFamily="18" charset="0"/>
              </a:rPr>
              <a:t>:</a:t>
            </a:r>
            <a:r>
              <a:rPr lang="mn-MN" sz="2400" dirty="0">
                <a:latin typeface="Times New Roman" panose="02020603050405020304" pitchFamily="18" charset="0"/>
                <a:cs typeface="Times New Roman" panose="02020603050405020304" pitchFamily="18" charset="0"/>
              </a:rPr>
              <a:t> Хэрэглэгчийн дансны төлөвөөс хамаарч логин хийх, контентийг үзэх, үйлчилгээ авах боломжийг хязгаарлах </a:t>
            </a:r>
            <a:br>
              <a:rPr lang="mn-MN" sz="2400" dirty="0">
                <a:latin typeface="Times New Roman" panose="02020603050405020304" pitchFamily="18" charset="0"/>
                <a:cs typeface="Times New Roman" panose="02020603050405020304" pitchFamily="18" charset="0"/>
              </a:rPr>
            </a:br>
            <a:br>
              <a:rPr lang="mn-MN" sz="2400" dirty="0">
                <a:latin typeface="Times New Roman" panose="02020603050405020304" pitchFamily="18" charset="0"/>
                <a:cs typeface="Times New Roman" panose="02020603050405020304" pitchFamily="18" charset="0"/>
              </a:rPr>
            </a:br>
            <a:endParaRPr lang="mn-MN" sz="2400" dirty="0">
              <a:latin typeface="Times New Roman" panose="02020603050405020304" pitchFamily="18" charset="0"/>
              <a:cs typeface="Times New Roman" panose="02020603050405020304" pitchFamily="18" charset="0"/>
            </a:endParaRPr>
          </a:p>
        </p:txBody>
      </p:sp>
      <p:cxnSp>
        <p:nvCxnSpPr>
          <p:cNvPr id="4" name="Straight Connector 3">
            <a:extLst>
              <a:ext uri="{FF2B5EF4-FFF2-40B4-BE49-F238E27FC236}">
                <a16:creationId xmlns:a16="http://schemas.microsoft.com/office/drawing/2014/main" id="{0B7EFA16-64A9-4CFE-B8D9-AA794817C4A1}"/>
              </a:ext>
            </a:extLst>
          </p:cNvPr>
          <p:cNvCxnSpPr/>
          <p:nvPr/>
        </p:nvCxnSpPr>
        <p:spPr>
          <a:xfrm>
            <a:off x="627529" y="1524000"/>
            <a:ext cx="10892118" cy="0"/>
          </a:xfrm>
          <a:prstGeom prst="line">
            <a:avLst/>
          </a:prstGeom>
          <a:ln w="381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748284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2">
            <a:extLst>
              <a:ext uri="{FF2B5EF4-FFF2-40B4-BE49-F238E27FC236}">
                <a16:creationId xmlns:a16="http://schemas.microsoft.com/office/drawing/2014/main" id="{EFA812C2-6264-432C-B3B9-B3F82AEAD451}"/>
              </a:ext>
            </a:extLst>
          </p:cNvPr>
          <p:cNvSpPr txBox="1">
            <a:spLocks/>
          </p:cNvSpPr>
          <p:nvPr/>
        </p:nvSpPr>
        <p:spPr>
          <a:xfrm>
            <a:off x="365313" y="1685365"/>
            <a:ext cx="11461374" cy="4473388"/>
          </a:xfrm>
          <a:prstGeom prst="rect">
            <a:avLst/>
          </a:prstGeom>
        </p:spPr>
        <p:txBody>
          <a:bodyPr vert="horz" lIns="91440" tIns="45720" rIns="91440" bIns="45720" rtlCol="0" anchor="ctr">
            <a:normAutofit/>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marL="342900" indent="-342900">
              <a:buFont typeface="Arial" panose="020B0604020202020204" pitchFamily="34" charset="0"/>
              <a:buChar char="•"/>
            </a:pPr>
            <a:r>
              <a:rPr lang="mn-MN" sz="2800" dirty="0">
                <a:latin typeface="Times New Roman" panose="02020603050405020304" pitchFamily="18" charset="0"/>
                <a:cs typeface="Times New Roman" panose="02020603050405020304" pitchFamily="18" charset="0"/>
              </a:rPr>
              <a:t>Диаграмыг зүүнээс баруун тийш ба дээрээс доошоо уншихаар, эхний төлөв нь диаграммын зүүн дээд хэсэгт, төгсгөлийн төлөв нь баруун доод хэсэгт зурагдах ёстой.</a:t>
            </a:r>
          </a:p>
          <a:p>
            <a:pPr marL="342900" indent="-342900">
              <a:buFont typeface="Arial" panose="020B0604020202020204" pitchFamily="34" charset="0"/>
              <a:buChar char="•"/>
            </a:pPr>
            <a:r>
              <a:rPr lang="mn-MN" sz="2800" dirty="0">
                <a:latin typeface="Times New Roman" panose="02020603050405020304" pitchFamily="18" charset="0"/>
                <a:cs typeface="Times New Roman" panose="02020603050405020304" pitchFamily="18" charset="0"/>
              </a:rPr>
              <a:t>Төлөвийн нэр нь энгийн ойлгомжтой, түүнийг тодорхойлж чадах нэртэй байна.</a:t>
            </a:r>
          </a:p>
          <a:p>
            <a:pPr marL="342900" indent="-342900">
              <a:buFont typeface="Arial" panose="020B0604020202020204" pitchFamily="34" charset="0"/>
              <a:buChar char="•"/>
            </a:pPr>
            <a:r>
              <a:rPr lang="mn-MN" sz="2800" dirty="0">
                <a:latin typeface="Times New Roman" panose="02020603050405020304" pitchFamily="18" charset="0"/>
                <a:cs typeface="Times New Roman" panose="02020603050405020304" pitchFamily="18" charset="0"/>
              </a:rPr>
              <a:t>Бүх харгалзагч нөхцлүүд цор ганц байна</a:t>
            </a:r>
            <a:r>
              <a:rPr lang="en-US" sz="2800" dirty="0">
                <a:latin typeface="Times New Roman" panose="02020603050405020304" pitchFamily="18" charset="0"/>
                <a:cs typeface="Times New Roman" panose="02020603050405020304" pitchFamily="18" charset="0"/>
              </a:rPr>
              <a:t>(</a:t>
            </a:r>
            <a:r>
              <a:rPr lang="mn-MN" sz="2800" dirty="0">
                <a:latin typeface="Times New Roman" panose="02020603050405020304" pitchFamily="18" charset="0"/>
                <a:cs typeface="Times New Roman" panose="02020603050405020304" pitchFamily="18" charset="0"/>
              </a:rPr>
              <a:t>давхцахгүй</a:t>
            </a:r>
            <a:r>
              <a:rPr lang="en-US" sz="2800" dirty="0">
                <a:latin typeface="Times New Roman" panose="02020603050405020304" pitchFamily="18" charset="0"/>
                <a:cs typeface="Times New Roman" panose="02020603050405020304" pitchFamily="18" charset="0"/>
              </a:rPr>
              <a:t>)</a:t>
            </a:r>
            <a:endParaRPr lang="mn-MN" sz="28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mn-MN" sz="2800" dirty="0">
                <a:latin typeface="Times New Roman" panose="02020603050405020304" pitchFamily="18" charset="0"/>
                <a:cs typeface="Times New Roman" panose="02020603050405020304" pitchFamily="18" charset="0"/>
              </a:rPr>
              <a:t>Бүх шилжилт нь мессеж болон үйлдэлтэй холбогдох ёстой. Үгүй бол обьектын төлөв хэзээ ч өөрчлөгдөж чадахгүй.</a:t>
            </a:r>
          </a:p>
          <a:p>
            <a:pPr marL="342900" indent="-342900">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endParaRPr>
          </a:p>
        </p:txBody>
      </p:sp>
      <p:sp>
        <p:nvSpPr>
          <p:cNvPr id="6" name="Title 9">
            <a:extLst>
              <a:ext uri="{FF2B5EF4-FFF2-40B4-BE49-F238E27FC236}">
                <a16:creationId xmlns:a16="http://schemas.microsoft.com/office/drawing/2014/main" id="{D0A3F7B6-962B-4E88-9C8B-148FB3797665}"/>
              </a:ext>
            </a:extLst>
          </p:cNvPr>
          <p:cNvSpPr txBox="1">
            <a:spLocks/>
          </p:cNvSpPr>
          <p:nvPr/>
        </p:nvSpPr>
        <p:spPr>
          <a:xfrm>
            <a:off x="685801" y="349628"/>
            <a:ext cx="10131428" cy="1039902"/>
          </a:xfrm>
          <a:prstGeom prst="rect">
            <a:avLst/>
          </a:prstGeom>
          <a:effectLst/>
        </p:spPr>
        <p:txBody>
          <a:bodyPr vert="horz" lIns="91440" tIns="45720" rIns="91440" bIns="45720" rtlCol="0" anchor="b">
            <a:noAutofit/>
          </a:bodyPr>
          <a:lstStyle>
            <a:lvl1pPr algn="l" defTabSz="457200" rtl="0" eaLnBrk="1" latinLnBrk="0" hangingPunct="1">
              <a:spcBef>
                <a:spcPct val="0"/>
              </a:spcBef>
              <a:buNone/>
              <a:defRPr sz="2800" b="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dirty="0">
                <a:latin typeface="Times New Roman" panose="02020603050405020304" pitchFamily="18" charset="0"/>
                <a:cs typeface="Times New Roman" panose="02020603050405020304" pitchFamily="18" charset="0"/>
              </a:rPr>
              <a:t>State diagram </a:t>
            </a:r>
            <a:r>
              <a:rPr lang="mn-MN" sz="3600" dirty="0">
                <a:latin typeface="Times New Roman" panose="02020603050405020304" pitchFamily="18" charset="0"/>
                <a:cs typeface="Times New Roman" panose="02020603050405020304" pitchFamily="18" charset="0"/>
              </a:rPr>
              <a:t>байгуулах зааварчилгаа</a:t>
            </a:r>
            <a:endParaRPr lang="en-US" sz="3600" dirty="0">
              <a:latin typeface="Times New Roman" panose="02020603050405020304" pitchFamily="18" charset="0"/>
              <a:cs typeface="Times New Roman" panose="02020603050405020304" pitchFamily="18" charset="0"/>
            </a:endParaRPr>
          </a:p>
        </p:txBody>
      </p:sp>
      <p:cxnSp>
        <p:nvCxnSpPr>
          <p:cNvPr id="7" name="Straight Connector 6">
            <a:extLst>
              <a:ext uri="{FF2B5EF4-FFF2-40B4-BE49-F238E27FC236}">
                <a16:creationId xmlns:a16="http://schemas.microsoft.com/office/drawing/2014/main" id="{F70BF7E3-8A79-4101-B02C-CDC9C43E2B7F}"/>
              </a:ext>
            </a:extLst>
          </p:cNvPr>
          <p:cNvCxnSpPr/>
          <p:nvPr/>
        </p:nvCxnSpPr>
        <p:spPr>
          <a:xfrm>
            <a:off x="627529" y="1524000"/>
            <a:ext cx="10892118" cy="0"/>
          </a:xfrm>
          <a:prstGeom prst="line">
            <a:avLst/>
          </a:prstGeom>
          <a:ln w="381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198527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9C100B-2F20-4656-A83E-6BCC387D8E7D}"/>
              </a:ext>
            </a:extLst>
          </p:cNvPr>
          <p:cNvSpPr>
            <a:spLocks noGrp="1"/>
          </p:cNvSpPr>
          <p:nvPr>
            <p:ph type="title"/>
          </p:nvPr>
        </p:nvSpPr>
        <p:spPr>
          <a:xfrm>
            <a:off x="685801" y="259976"/>
            <a:ext cx="10131425" cy="1456267"/>
          </a:xfrm>
        </p:spPr>
        <p:txBody>
          <a:bodyPr>
            <a:normAutofit/>
          </a:bodyPr>
          <a:lstStyle/>
          <a:p>
            <a:r>
              <a:rPr lang="en-US" dirty="0">
                <a:latin typeface="Times New Roman" panose="02020603050405020304" pitchFamily="18" charset="0"/>
                <a:cs typeface="Times New Roman" panose="02020603050405020304" pitchFamily="18" charset="0"/>
              </a:rPr>
              <a:t>State diagram </a:t>
            </a:r>
            <a:r>
              <a:rPr lang="mn-MN" dirty="0">
                <a:latin typeface="Times New Roman" panose="02020603050405020304" pitchFamily="18" charset="0"/>
                <a:cs typeface="Times New Roman" panose="02020603050405020304" pitchFamily="18" charset="0"/>
              </a:rPr>
              <a:t>байгуулах</a:t>
            </a:r>
            <a:endParaRPr lang="en-US" dirty="0"/>
          </a:p>
        </p:txBody>
      </p:sp>
      <p:sp>
        <p:nvSpPr>
          <p:cNvPr id="3" name="Content Placeholder 2">
            <a:extLst>
              <a:ext uri="{FF2B5EF4-FFF2-40B4-BE49-F238E27FC236}">
                <a16:creationId xmlns:a16="http://schemas.microsoft.com/office/drawing/2014/main" id="{97444986-046B-4081-B3B9-061BBB1DF2B0}"/>
              </a:ext>
            </a:extLst>
          </p:cNvPr>
          <p:cNvSpPr>
            <a:spLocks noGrp="1"/>
          </p:cNvSpPr>
          <p:nvPr>
            <p:ph idx="1"/>
          </p:nvPr>
        </p:nvSpPr>
        <p:spPr>
          <a:xfrm>
            <a:off x="403412" y="2034989"/>
            <a:ext cx="11385175" cy="3388658"/>
          </a:xfrm>
        </p:spPr>
        <p:txBody>
          <a:bodyPr>
            <a:noAutofit/>
          </a:bodyPr>
          <a:lstStyle/>
          <a:p>
            <a:r>
              <a:rPr lang="mn-MN" sz="2800" b="1" dirty="0">
                <a:latin typeface="Times New Roman" panose="02020603050405020304" pitchFamily="18" charset="0"/>
                <a:cs typeface="Times New Roman" panose="02020603050405020304" pitchFamily="18" charset="0"/>
              </a:rPr>
              <a:t>Сэдэв сонгох</a:t>
            </a:r>
            <a:r>
              <a:rPr lang="en-US" sz="2800" b="1" dirty="0">
                <a:latin typeface="Times New Roman" panose="02020603050405020304" pitchFamily="18" charset="0"/>
                <a:cs typeface="Times New Roman" panose="02020603050405020304" pitchFamily="18" charset="0"/>
              </a:rPr>
              <a:t>: </a:t>
            </a:r>
            <a:r>
              <a:rPr lang="mn-MN" sz="2800" dirty="0">
                <a:latin typeface="Times New Roman" panose="02020603050405020304" pitchFamily="18" charset="0"/>
                <a:cs typeface="Times New Roman" panose="02020603050405020304" pitchFamily="18" charset="0"/>
              </a:rPr>
              <a:t>Бусад зөн төлөвийн диаграммын нэгэн адил процессын эхний алхам бол төлөвийн машины сэвдийг тодорхойлох юм. Төлөвийн машины сэдэв нь голдуу нэг класс байна. Гэсэн хэдий ч классуудын багц, дэд систем, эсвэл систем бүхлээрэ байж болно.</a:t>
            </a:r>
          </a:p>
          <a:p>
            <a:endParaRPr lang="en-US" sz="2800" b="1" dirty="0">
              <a:latin typeface="Times New Roman" panose="02020603050405020304" pitchFamily="18" charset="0"/>
              <a:cs typeface="Times New Roman" panose="02020603050405020304" pitchFamily="18" charset="0"/>
            </a:endParaRPr>
          </a:p>
          <a:p>
            <a:r>
              <a:rPr lang="mn-MN" sz="2800" b="1" dirty="0">
                <a:latin typeface="Times New Roman" panose="02020603050405020304" pitchFamily="18" charset="0"/>
                <a:cs typeface="Times New Roman" panose="02020603050405020304" pitchFamily="18" charset="0"/>
              </a:rPr>
              <a:t>Обьектын төлөв тодорхойлох</a:t>
            </a:r>
            <a:r>
              <a:rPr lang="en-US" sz="2800" b="1" dirty="0">
                <a:latin typeface="Times New Roman" panose="02020603050405020304" pitchFamily="18" charset="0"/>
                <a:cs typeface="Times New Roman" panose="02020603050405020304" pitchFamily="18" charset="0"/>
              </a:rPr>
              <a:t>: </a:t>
            </a:r>
            <a:r>
              <a:rPr lang="mn-MN" sz="2800" dirty="0">
                <a:latin typeface="Times New Roman" panose="02020603050405020304" pitchFamily="18" charset="0"/>
                <a:cs typeface="Times New Roman" panose="02020603050405020304" pitchFamily="18" charset="0"/>
              </a:rPr>
              <a:t>Обьектын амьдралын туршид дэмжих янз бүрийн төлөвийг үлрүүлэх. </a:t>
            </a:r>
          </a:p>
        </p:txBody>
      </p:sp>
      <p:cxnSp>
        <p:nvCxnSpPr>
          <p:cNvPr id="4" name="Straight Connector 3">
            <a:extLst>
              <a:ext uri="{FF2B5EF4-FFF2-40B4-BE49-F238E27FC236}">
                <a16:creationId xmlns:a16="http://schemas.microsoft.com/office/drawing/2014/main" id="{34ABAFA5-43A1-4B9D-8933-450B783BED28}"/>
              </a:ext>
            </a:extLst>
          </p:cNvPr>
          <p:cNvCxnSpPr/>
          <p:nvPr/>
        </p:nvCxnSpPr>
        <p:spPr>
          <a:xfrm>
            <a:off x="627529" y="1524000"/>
            <a:ext cx="10892118" cy="0"/>
          </a:xfrm>
          <a:prstGeom prst="line">
            <a:avLst/>
          </a:prstGeom>
          <a:ln w="381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334259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049336AB-4EC0-4FF9-A642-1D4CE77DC4EE}"/>
              </a:ext>
            </a:extLst>
          </p:cNvPr>
          <p:cNvSpPr>
            <a:spLocks noGrp="1"/>
          </p:cNvSpPr>
          <p:nvPr>
            <p:ph type="title"/>
          </p:nvPr>
        </p:nvSpPr>
        <p:spPr>
          <a:xfrm>
            <a:off x="685801" y="259976"/>
            <a:ext cx="10131425" cy="1456267"/>
          </a:xfrm>
        </p:spPr>
        <p:txBody>
          <a:bodyPr>
            <a:normAutofit/>
          </a:bodyPr>
          <a:lstStyle/>
          <a:p>
            <a:r>
              <a:rPr lang="en-US" dirty="0">
                <a:latin typeface="Times New Roman" panose="02020603050405020304" pitchFamily="18" charset="0"/>
                <a:cs typeface="Times New Roman" panose="02020603050405020304" pitchFamily="18" charset="0"/>
              </a:rPr>
              <a:t>State diagram </a:t>
            </a:r>
            <a:r>
              <a:rPr lang="mn-MN" dirty="0">
                <a:latin typeface="Times New Roman" panose="02020603050405020304" pitchFamily="18" charset="0"/>
                <a:cs typeface="Times New Roman" panose="02020603050405020304" pitchFamily="18" charset="0"/>
              </a:rPr>
              <a:t>байгуулах</a:t>
            </a:r>
            <a:endParaRPr lang="en-US" dirty="0"/>
          </a:p>
        </p:txBody>
      </p:sp>
      <p:cxnSp>
        <p:nvCxnSpPr>
          <p:cNvPr id="6" name="Straight Connector 5">
            <a:extLst>
              <a:ext uri="{FF2B5EF4-FFF2-40B4-BE49-F238E27FC236}">
                <a16:creationId xmlns:a16="http://schemas.microsoft.com/office/drawing/2014/main" id="{20FF9108-9A2B-4B66-8672-9E2633494850}"/>
              </a:ext>
            </a:extLst>
          </p:cNvPr>
          <p:cNvCxnSpPr/>
          <p:nvPr/>
        </p:nvCxnSpPr>
        <p:spPr>
          <a:xfrm>
            <a:off x="627529" y="1524000"/>
            <a:ext cx="10892118"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B06B4F38-0837-4CD8-9881-41F3AA13F7C3}"/>
              </a:ext>
            </a:extLst>
          </p:cNvPr>
          <p:cNvSpPr txBox="1"/>
          <p:nvPr/>
        </p:nvSpPr>
        <p:spPr>
          <a:xfrm>
            <a:off x="546847" y="2136339"/>
            <a:ext cx="10972799" cy="3970318"/>
          </a:xfrm>
          <a:prstGeom prst="rect">
            <a:avLst/>
          </a:prstGeom>
          <a:noFill/>
        </p:spPr>
        <p:txBody>
          <a:bodyPr wrap="square">
            <a:spAutoFit/>
          </a:bodyPr>
          <a:lstStyle/>
          <a:p>
            <a:pPr marL="457200" indent="-457200">
              <a:buFont typeface="Arial" panose="020B0604020202020204" pitchFamily="34" charset="0"/>
              <a:buChar char="•"/>
            </a:pPr>
            <a:r>
              <a:rPr lang="mn-MN" sz="2800" b="1" dirty="0">
                <a:latin typeface="Times New Roman" panose="02020603050405020304" pitchFamily="18" charset="0"/>
                <a:cs typeface="Times New Roman" panose="02020603050405020304" pitchFamily="18" charset="0"/>
              </a:rPr>
              <a:t>Диаграмм байгуулах</a:t>
            </a:r>
            <a:r>
              <a:rPr lang="en-US" sz="2800" b="1" dirty="0">
                <a:latin typeface="Times New Roman" panose="02020603050405020304" pitchFamily="18" charset="0"/>
                <a:cs typeface="Times New Roman" panose="02020603050405020304" pitchFamily="18" charset="0"/>
              </a:rPr>
              <a:t>:</a:t>
            </a:r>
            <a:r>
              <a:rPr lang="mn-MN" sz="2800" b="1" dirty="0">
                <a:latin typeface="Times New Roman" panose="02020603050405020304" pitchFamily="18" charset="0"/>
                <a:cs typeface="Times New Roman" panose="02020603050405020304" pitchFamily="18" charset="0"/>
              </a:rPr>
              <a:t> </a:t>
            </a:r>
            <a:r>
              <a:rPr lang="mn-MN" sz="2800" dirty="0">
                <a:latin typeface="Times New Roman" panose="02020603050405020304" pitchFamily="18" charset="0"/>
                <a:cs typeface="Times New Roman" panose="02020603050405020304" pitchFamily="18" charset="0"/>
              </a:rPr>
              <a:t>Обьект нь амьдралынхаа туршид дамжин өнгөрөх төлөвүүдийн дарааллыг тодорхойлно. Энэ дарааллыг ашиглан төлөвүүдийг төлөвийн машины диаграммд зүүнээс баруун тийш дарааллаар байрлуулна.</a:t>
            </a:r>
            <a:endParaRPr lang="en-US" sz="2800" dirty="0">
              <a:latin typeface="Times New Roman" panose="02020603050405020304" pitchFamily="18" charset="0"/>
              <a:cs typeface="Times New Roman" panose="02020603050405020304" pitchFamily="18" charset="0"/>
            </a:endParaRPr>
          </a:p>
          <a:p>
            <a:endParaRPr lang="mn-MN" sz="28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mn-MN" sz="2800" b="1" dirty="0">
                <a:latin typeface="Times New Roman" panose="02020603050405020304" pitchFamily="18" charset="0"/>
                <a:cs typeface="Times New Roman" panose="02020603050405020304" pitchFamily="18" charset="0"/>
              </a:rPr>
              <a:t>Шилжилт нэмэх</a:t>
            </a:r>
            <a:r>
              <a:rPr lang="en-US" sz="2800" b="1" dirty="0">
                <a:latin typeface="Times New Roman" panose="02020603050405020304" pitchFamily="18" charset="0"/>
                <a:cs typeface="Times New Roman" panose="02020603050405020304" pitchFamily="18" charset="0"/>
              </a:rPr>
              <a:t>: </a:t>
            </a:r>
            <a:r>
              <a:rPr lang="mn-MN" sz="2800" dirty="0">
                <a:latin typeface="Times New Roman" panose="02020603050405020304" pitchFamily="18" charset="0"/>
                <a:cs typeface="Times New Roman" panose="02020603050405020304" pitchFamily="18" charset="0"/>
              </a:rPr>
              <a:t>Обьектын төлөв хоорондын шилжилтийг тодорхойлж, шилжилттэй холбоотой үйл явдал, үйлдэл, мөн харгалзагч нөхцлийг нэмнэ. Үйл явдал нь обьектйн нэг төлөвөөс дараагийн төлөв рүү шилжихэд хүргэдэг өдөөгч хүчин зүйл болно.</a:t>
            </a:r>
            <a:endParaRPr lang="en-US" sz="2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87539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itle 1">
            <a:extLst>
              <a:ext uri="{FF2B5EF4-FFF2-40B4-BE49-F238E27FC236}">
                <a16:creationId xmlns:a16="http://schemas.microsoft.com/office/drawing/2014/main" id="{3C98D692-F57E-4DDB-A883-DBA3E8312D09}"/>
              </a:ext>
            </a:extLst>
          </p:cNvPr>
          <p:cNvSpPr txBox="1">
            <a:spLocks/>
          </p:cNvSpPr>
          <p:nvPr/>
        </p:nvSpPr>
        <p:spPr>
          <a:xfrm>
            <a:off x="685801" y="259976"/>
            <a:ext cx="10131425" cy="1456267"/>
          </a:xfrm>
          <a:prstGeom prst="rect">
            <a:avLst/>
          </a:prstGeom>
        </p:spPr>
        <p:txBody>
          <a:bodyPr>
            <a:normAutofit/>
          </a:bodyPr>
          <a:lst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latin typeface="Times New Roman" panose="02020603050405020304" pitchFamily="18" charset="0"/>
                <a:cs typeface="Times New Roman" panose="02020603050405020304" pitchFamily="18" charset="0"/>
              </a:rPr>
              <a:t>State diagram-</a:t>
            </a:r>
            <a:r>
              <a:rPr lang="mn-MN" dirty="0">
                <a:latin typeface="Times New Roman" panose="02020603050405020304" pitchFamily="18" charset="0"/>
                <a:cs typeface="Times New Roman" panose="02020603050405020304" pitchFamily="18" charset="0"/>
              </a:rPr>
              <a:t>ЫН ЖИШЭЭ</a:t>
            </a:r>
            <a:endParaRPr lang="en-US" dirty="0"/>
          </a:p>
        </p:txBody>
      </p:sp>
      <p:pic>
        <p:nvPicPr>
          <p:cNvPr id="118" name="Picture 117">
            <a:extLst>
              <a:ext uri="{FF2B5EF4-FFF2-40B4-BE49-F238E27FC236}">
                <a16:creationId xmlns:a16="http://schemas.microsoft.com/office/drawing/2014/main" id="{7959463C-7040-4183-AAF9-AC1529138D7C}"/>
              </a:ext>
            </a:extLst>
          </p:cNvPr>
          <p:cNvPicPr>
            <a:picLocks noChangeAspect="1"/>
          </p:cNvPicPr>
          <p:nvPr/>
        </p:nvPicPr>
        <p:blipFill>
          <a:blip r:embed="rId2"/>
          <a:stretch>
            <a:fillRect/>
          </a:stretch>
        </p:blipFill>
        <p:spPr>
          <a:xfrm>
            <a:off x="363069" y="2577657"/>
            <a:ext cx="8314766" cy="3678905"/>
          </a:xfrm>
          <a:prstGeom prst="rect">
            <a:avLst/>
          </a:prstGeom>
        </p:spPr>
      </p:pic>
      <p:sp>
        <p:nvSpPr>
          <p:cNvPr id="127" name="TextBox 126">
            <a:extLst>
              <a:ext uri="{FF2B5EF4-FFF2-40B4-BE49-F238E27FC236}">
                <a16:creationId xmlns:a16="http://schemas.microsoft.com/office/drawing/2014/main" id="{18C1B8C7-8C15-4642-932F-7774BC65A8BD}"/>
              </a:ext>
            </a:extLst>
          </p:cNvPr>
          <p:cNvSpPr txBox="1"/>
          <p:nvPr/>
        </p:nvSpPr>
        <p:spPr>
          <a:xfrm>
            <a:off x="363069" y="997876"/>
            <a:ext cx="10972799" cy="1200329"/>
          </a:xfrm>
          <a:prstGeom prst="rect">
            <a:avLst/>
          </a:prstGeom>
          <a:noFill/>
        </p:spPr>
        <p:txBody>
          <a:bodyPr wrap="square">
            <a:spAutoFit/>
          </a:bodyPr>
          <a:lstStyle/>
          <a:p>
            <a:pPr marL="457200" indent="-457200" algn="just">
              <a:buFont typeface="Arial" panose="020B0604020202020204" pitchFamily="34" charset="0"/>
              <a:buChar char="•"/>
            </a:pPr>
            <a:r>
              <a:rPr lang="mn-MN" sz="2400" dirty="0">
                <a:latin typeface="Times New Roman" panose="02020603050405020304" pitchFamily="18" charset="0"/>
                <a:cs typeface="Times New Roman" panose="02020603050405020304" pitchFamily="18" charset="0"/>
              </a:rPr>
              <a:t>Зурагт эмнэлэгийн орчны хүрээнд өвчтөн классыг төлөөлөх төлөвийн машины диаграммын жишээг харууллаа. Уг диаграмаас өвчтөн эмнэлэгт орж, бүртгүүлсний дараа  эмчид харуулах эрх нээгдэж буйг харж байна.</a:t>
            </a:r>
            <a:endParaRPr lang="en-US" sz="2400" dirty="0">
              <a:latin typeface="Times New Roman" panose="02020603050405020304" pitchFamily="18" charset="0"/>
              <a:cs typeface="Times New Roman" panose="02020603050405020304" pitchFamily="18" charset="0"/>
            </a:endParaRPr>
          </a:p>
        </p:txBody>
      </p:sp>
      <p:sp>
        <p:nvSpPr>
          <p:cNvPr id="128" name="TextBox 127">
            <a:extLst>
              <a:ext uri="{FF2B5EF4-FFF2-40B4-BE49-F238E27FC236}">
                <a16:creationId xmlns:a16="http://schemas.microsoft.com/office/drawing/2014/main" id="{6505FAB5-8644-483D-ACC6-0E1BB53ACD51}"/>
              </a:ext>
            </a:extLst>
          </p:cNvPr>
          <p:cNvSpPr txBox="1"/>
          <p:nvPr/>
        </p:nvSpPr>
        <p:spPr>
          <a:xfrm>
            <a:off x="8337176" y="2577657"/>
            <a:ext cx="3702423" cy="3785652"/>
          </a:xfrm>
          <a:prstGeom prst="rect">
            <a:avLst/>
          </a:prstGeom>
          <a:noFill/>
        </p:spPr>
        <p:txBody>
          <a:bodyPr wrap="square">
            <a:spAutoFit/>
          </a:bodyPr>
          <a:lstStyle/>
          <a:p>
            <a:pPr marL="457200" indent="-457200" algn="just">
              <a:buFont typeface="Arial" panose="020B0604020202020204" pitchFamily="34" charset="0"/>
              <a:buChar char="•"/>
            </a:pPr>
            <a:r>
              <a:rPr lang="mn-MN" sz="2400" dirty="0">
                <a:latin typeface="Times New Roman" panose="02020603050405020304" pitchFamily="18" charset="0"/>
                <a:cs typeface="Times New Roman" panose="02020603050405020304" pitchFamily="18" charset="0"/>
              </a:rPr>
              <a:t>Хэрэв эмч өвчтөнийг эрүүл байна гэж үзвэл түүнийг суллан 2 долоо хоног өнгөрсний дараа өвчтөн гэж үзэхээ болино. Хэрэв өвчтөн эрүүл бус болох нь тогтоогдвол онош нь өөрчлөгдөх хүртэл ажиглалтанд байлгана</a:t>
            </a:r>
            <a:endParaRPr lang="en-US" sz="2400" dirty="0">
              <a:latin typeface="Times New Roman" panose="02020603050405020304" pitchFamily="18" charset="0"/>
              <a:cs typeface="Times New Roman" panose="02020603050405020304" pitchFamily="18" charset="0"/>
            </a:endParaRPr>
          </a:p>
        </p:txBody>
      </p:sp>
      <p:cxnSp>
        <p:nvCxnSpPr>
          <p:cNvPr id="129" name="Straight Connector 128">
            <a:extLst>
              <a:ext uri="{FF2B5EF4-FFF2-40B4-BE49-F238E27FC236}">
                <a16:creationId xmlns:a16="http://schemas.microsoft.com/office/drawing/2014/main" id="{9ACB5296-ACF0-4816-8477-E113E6695C20}"/>
              </a:ext>
            </a:extLst>
          </p:cNvPr>
          <p:cNvCxnSpPr/>
          <p:nvPr/>
        </p:nvCxnSpPr>
        <p:spPr>
          <a:xfrm>
            <a:off x="569256" y="935123"/>
            <a:ext cx="10892118" cy="0"/>
          </a:xfrm>
          <a:prstGeom prst="line">
            <a:avLst/>
          </a:prstGeom>
          <a:ln w="381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957730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F6BB0CBF-6AC0-4257-9C34-0FA11A5ACF68}"/>
              </a:ext>
            </a:extLst>
          </p:cNvPr>
          <p:cNvSpPr txBox="1">
            <a:spLocks/>
          </p:cNvSpPr>
          <p:nvPr/>
        </p:nvSpPr>
        <p:spPr>
          <a:xfrm>
            <a:off x="3962399" y="1982197"/>
            <a:ext cx="7197726" cy="2421464"/>
          </a:xfrm>
          <a:prstGeom prst="rect">
            <a:avLst/>
          </a:prstGeom>
          <a:effectLst/>
        </p:spPr>
        <p:txBody>
          <a:bodyPr vert="horz" lIns="91440" tIns="45720" rIns="91440" bIns="45720" rtlCol="0" anchor="b">
            <a:normAutofit fontScale="92500" lnSpcReduction="20000"/>
          </a:bodyPr>
          <a:lstStyle>
            <a:lvl1pPr algn="l" defTabSz="457200" rtl="0" eaLnBrk="1" latinLnBrk="0" hangingPunct="1">
              <a:spcBef>
                <a:spcPct val="0"/>
              </a:spcBef>
              <a:buNone/>
              <a:defRPr sz="3200" b="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mn-MN" sz="6600" dirty="0">
                <a:latin typeface="Times New Roman" panose="02020603050405020304" pitchFamily="18" charset="0"/>
                <a:cs typeface="Times New Roman" panose="02020603050405020304" pitchFamily="18" charset="0"/>
              </a:rPr>
              <a:t>АНХААРАЛ ХАНДУУЛСАНД БАЯРЛАЛАА</a:t>
            </a:r>
            <a:endParaRPr lang="en-US" sz="6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865711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Rectangle: Rounded Corners 65">
            <a:extLst>
              <a:ext uri="{FF2B5EF4-FFF2-40B4-BE49-F238E27FC236}">
                <a16:creationId xmlns:a16="http://schemas.microsoft.com/office/drawing/2014/main" id="{AF7183B1-9935-42E7-AB8D-B6E99DA770ED}"/>
              </a:ext>
            </a:extLst>
          </p:cNvPr>
          <p:cNvSpPr/>
          <p:nvPr/>
        </p:nvSpPr>
        <p:spPr>
          <a:xfrm>
            <a:off x="5503704" y="2858846"/>
            <a:ext cx="5917326" cy="3488165"/>
          </a:xfrm>
          <a:prstGeom prst="roundRect">
            <a:avLst/>
          </a:prstGeom>
          <a:solidFill>
            <a:schemeClr val="bg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Rectangle: Rounded Corners 61">
            <a:extLst>
              <a:ext uri="{FF2B5EF4-FFF2-40B4-BE49-F238E27FC236}">
                <a16:creationId xmlns:a16="http://schemas.microsoft.com/office/drawing/2014/main" id="{03708739-6885-4E90-838C-00BB8833C291}"/>
              </a:ext>
            </a:extLst>
          </p:cNvPr>
          <p:cNvSpPr/>
          <p:nvPr/>
        </p:nvSpPr>
        <p:spPr>
          <a:xfrm>
            <a:off x="53788" y="2858846"/>
            <a:ext cx="5190566" cy="2693536"/>
          </a:xfrm>
          <a:prstGeom prst="roundRect">
            <a:avLst/>
          </a:prstGeom>
          <a:solidFill>
            <a:schemeClr val="bg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Rounded Corners 7">
            <a:extLst>
              <a:ext uri="{FF2B5EF4-FFF2-40B4-BE49-F238E27FC236}">
                <a16:creationId xmlns:a16="http://schemas.microsoft.com/office/drawing/2014/main" id="{A250C268-F6BF-4840-8143-C0B04D305664}"/>
              </a:ext>
            </a:extLst>
          </p:cNvPr>
          <p:cNvSpPr/>
          <p:nvPr/>
        </p:nvSpPr>
        <p:spPr>
          <a:xfrm>
            <a:off x="4258238" y="681318"/>
            <a:ext cx="2581835" cy="636493"/>
          </a:xfrm>
          <a:prstGeom prst="roundRect">
            <a:avLst/>
          </a:prstGeom>
          <a:solidFill>
            <a:schemeClr val="tx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Times New Roman" panose="02020603050405020304" pitchFamily="18" charset="0"/>
                <a:cs typeface="Times New Roman" panose="02020603050405020304" pitchFamily="18" charset="0"/>
              </a:rPr>
              <a:t>UML Diagram Type</a:t>
            </a:r>
          </a:p>
        </p:txBody>
      </p:sp>
      <p:sp>
        <p:nvSpPr>
          <p:cNvPr id="9" name="Rectangle: Rounded Corners 8">
            <a:extLst>
              <a:ext uri="{FF2B5EF4-FFF2-40B4-BE49-F238E27FC236}">
                <a16:creationId xmlns:a16="http://schemas.microsoft.com/office/drawing/2014/main" id="{BDF10C05-0427-4BFA-B13E-28EAF98A71E4}"/>
              </a:ext>
            </a:extLst>
          </p:cNvPr>
          <p:cNvSpPr/>
          <p:nvPr/>
        </p:nvSpPr>
        <p:spPr>
          <a:xfrm>
            <a:off x="7169528" y="1934125"/>
            <a:ext cx="2581835" cy="636493"/>
          </a:xfrm>
          <a:prstGeom prst="roundRect">
            <a:avLst/>
          </a:prstGeom>
          <a:solidFill>
            <a:schemeClr val="bg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Times New Roman" panose="02020603050405020304" pitchFamily="18" charset="0"/>
                <a:cs typeface="Times New Roman" panose="02020603050405020304" pitchFamily="18" charset="0"/>
              </a:rPr>
              <a:t>Behavioral Diagrams</a:t>
            </a:r>
          </a:p>
        </p:txBody>
      </p:sp>
      <p:sp>
        <p:nvSpPr>
          <p:cNvPr id="10" name="Rectangle: Rounded Corners 9">
            <a:extLst>
              <a:ext uri="{FF2B5EF4-FFF2-40B4-BE49-F238E27FC236}">
                <a16:creationId xmlns:a16="http://schemas.microsoft.com/office/drawing/2014/main" id="{881DF9E8-B649-49E9-8144-F27A9B65F677}"/>
              </a:ext>
            </a:extLst>
          </p:cNvPr>
          <p:cNvSpPr/>
          <p:nvPr/>
        </p:nvSpPr>
        <p:spPr>
          <a:xfrm>
            <a:off x="1353666" y="1936369"/>
            <a:ext cx="2581835" cy="636493"/>
          </a:xfrm>
          <a:prstGeom prst="roundRect">
            <a:avLst/>
          </a:prstGeom>
          <a:solidFill>
            <a:schemeClr val="bg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Times New Roman" panose="02020603050405020304" pitchFamily="18" charset="0"/>
                <a:cs typeface="Times New Roman" panose="02020603050405020304" pitchFamily="18" charset="0"/>
              </a:rPr>
              <a:t>Structural Diagrams</a:t>
            </a:r>
          </a:p>
        </p:txBody>
      </p:sp>
      <p:sp>
        <p:nvSpPr>
          <p:cNvPr id="11" name="Rectangle: Rounded Corners 10">
            <a:extLst>
              <a:ext uri="{FF2B5EF4-FFF2-40B4-BE49-F238E27FC236}">
                <a16:creationId xmlns:a16="http://schemas.microsoft.com/office/drawing/2014/main" id="{5381FD5C-BD74-4359-ACD9-6ABA9F1932AC}"/>
              </a:ext>
            </a:extLst>
          </p:cNvPr>
          <p:cNvSpPr/>
          <p:nvPr/>
        </p:nvSpPr>
        <p:spPr>
          <a:xfrm>
            <a:off x="1997699" y="3873675"/>
            <a:ext cx="1463489" cy="636493"/>
          </a:xfrm>
          <a:prstGeom prst="roundRect">
            <a:avLst/>
          </a:prstGeom>
          <a:solidFill>
            <a:schemeClr val="bg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Times New Roman" panose="02020603050405020304" pitchFamily="18" charset="0"/>
                <a:cs typeface="Times New Roman" panose="02020603050405020304" pitchFamily="18" charset="0"/>
              </a:rPr>
              <a:t>Profile Diagram</a:t>
            </a:r>
          </a:p>
        </p:txBody>
      </p:sp>
      <p:sp>
        <p:nvSpPr>
          <p:cNvPr id="12" name="Rectangle: Rounded Corners 11">
            <a:extLst>
              <a:ext uri="{FF2B5EF4-FFF2-40B4-BE49-F238E27FC236}">
                <a16:creationId xmlns:a16="http://schemas.microsoft.com/office/drawing/2014/main" id="{13D2E447-6C6A-46E7-A730-1BD9DCDAD5D3}"/>
              </a:ext>
            </a:extLst>
          </p:cNvPr>
          <p:cNvSpPr/>
          <p:nvPr/>
        </p:nvSpPr>
        <p:spPr>
          <a:xfrm>
            <a:off x="8615077" y="4672452"/>
            <a:ext cx="2581835" cy="636493"/>
          </a:xfrm>
          <a:prstGeom prst="roundRect">
            <a:avLst/>
          </a:prstGeom>
          <a:solidFill>
            <a:schemeClr val="bg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Times New Roman" panose="02020603050405020304" pitchFamily="18" charset="0"/>
                <a:cs typeface="Times New Roman" panose="02020603050405020304" pitchFamily="18" charset="0"/>
              </a:rPr>
              <a:t>Communication Diagram</a:t>
            </a:r>
          </a:p>
        </p:txBody>
      </p:sp>
      <p:sp>
        <p:nvSpPr>
          <p:cNvPr id="13" name="Rectangle: Rounded Corners 12">
            <a:extLst>
              <a:ext uri="{FF2B5EF4-FFF2-40B4-BE49-F238E27FC236}">
                <a16:creationId xmlns:a16="http://schemas.microsoft.com/office/drawing/2014/main" id="{B9599E8C-1419-4F96-8DE0-7DFF7D511E35}"/>
              </a:ext>
            </a:extLst>
          </p:cNvPr>
          <p:cNvSpPr/>
          <p:nvPr/>
        </p:nvSpPr>
        <p:spPr>
          <a:xfrm>
            <a:off x="2804827" y="4697487"/>
            <a:ext cx="2270314" cy="636493"/>
          </a:xfrm>
          <a:prstGeom prst="roundRect">
            <a:avLst/>
          </a:prstGeom>
          <a:solidFill>
            <a:schemeClr val="bg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Times New Roman" panose="02020603050405020304" pitchFamily="18" charset="0"/>
                <a:cs typeface="Times New Roman" panose="02020603050405020304" pitchFamily="18" charset="0"/>
              </a:rPr>
              <a:t>Component Diagram</a:t>
            </a:r>
          </a:p>
        </p:txBody>
      </p:sp>
      <p:sp>
        <p:nvSpPr>
          <p:cNvPr id="14" name="Rectangle: Rounded Corners 13">
            <a:extLst>
              <a:ext uri="{FF2B5EF4-FFF2-40B4-BE49-F238E27FC236}">
                <a16:creationId xmlns:a16="http://schemas.microsoft.com/office/drawing/2014/main" id="{5AF7414C-6ACB-4485-A2DD-12C244C6F929}"/>
              </a:ext>
            </a:extLst>
          </p:cNvPr>
          <p:cNvSpPr/>
          <p:nvPr/>
        </p:nvSpPr>
        <p:spPr>
          <a:xfrm>
            <a:off x="2896095" y="3049863"/>
            <a:ext cx="2170079" cy="636493"/>
          </a:xfrm>
          <a:prstGeom prst="roundRect">
            <a:avLst/>
          </a:prstGeom>
          <a:solidFill>
            <a:schemeClr val="bg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Times New Roman" panose="02020603050405020304" pitchFamily="18" charset="0"/>
                <a:cs typeface="Times New Roman" panose="02020603050405020304" pitchFamily="18" charset="0"/>
              </a:rPr>
              <a:t>Deployment Diagram</a:t>
            </a:r>
          </a:p>
        </p:txBody>
      </p:sp>
      <p:sp>
        <p:nvSpPr>
          <p:cNvPr id="15" name="Rectangle: Rounded Corners 14">
            <a:extLst>
              <a:ext uri="{FF2B5EF4-FFF2-40B4-BE49-F238E27FC236}">
                <a16:creationId xmlns:a16="http://schemas.microsoft.com/office/drawing/2014/main" id="{4A5E2AF7-ECD9-43DF-A918-CA8B701E9B96}"/>
              </a:ext>
            </a:extLst>
          </p:cNvPr>
          <p:cNvSpPr/>
          <p:nvPr/>
        </p:nvSpPr>
        <p:spPr>
          <a:xfrm>
            <a:off x="5755335" y="3865640"/>
            <a:ext cx="2581835" cy="636493"/>
          </a:xfrm>
          <a:prstGeom prst="roundRect">
            <a:avLst/>
          </a:prstGeom>
          <a:solidFill>
            <a:schemeClr val="accent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Times New Roman" panose="02020603050405020304" pitchFamily="18" charset="0"/>
                <a:cs typeface="Times New Roman" panose="02020603050405020304" pitchFamily="18" charset="0"/>
              </a:rPr>
              <a:t>State Machine Diagram</a:t>
            </a:r>
          </a:p>
        </p:txBody>
      </p:sp>
      <p:sp>
        <p:nvSpPr>
          <p:cNvPr id="16" name="Rectangle: Rounded Corners 15">
            <a:extLst>
              <a:ext uri="{FF2B5EF4-FFF2-40B4-BE49-F238E27FC236}">
                <a16:creationId xmlns:a16="http://schemas.microsoft.com/office/drawing/2014/main" id="{4189816F-A7D1-4A92-894A-52CF903DC6BD}"/>
              </a:ext>
            </a:extLst>
          </p:cNvPr>
          <p:cNvSpPr/>
          <p:nvPr/>
        </p:nvSpPr>
        <p:spPr>
          <a:xfrm>
            <a:off x="8615077" y="3049863"/>
            <a:ext cx="2581835" cy="636493"/>
          </a:xfrm>
          <a:prstGeom prst="roundRect">
            <a:avLst/>
          </a:prstGeom>
          <a:solidFill>
            <a:schemeClr val="bg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Times New Roman" panose="02020603050405020304" pitchFamily="18" charset="0"/>
                <a:cs typeface="Times New Roman" panose="02020603050405020304" pitchFamily="18" charset="0"/>
              </a:rPr>
              <a:t>Use Case Diagram</a:t>
            </a:r>
          </a:p>
        </p:txBody>
      </p:sp>
      <p:sp>
        <p:nvSpPr>
          <p:cNvPr id="17" name="Rectangle: Rounded Corners 16">
            <a:extLst>
              <a:ext uri="{FF2B5EF4-FFF2-40B4-BE49-F238E27FC236}">
                <a16:creationId xmlns:a16="http://schemas.microsoft.com/office/drawing/2014/main" id="{8C039C1A-BBF9-4A24-8EB1-503B4F5E6982}"/>
              </a:ext>
            </a:extLst>
          </p:cNvPr>
          <p:cNvSpPr/>
          <p:nvPr/>
        </p:nvSpPr>
        <p:spPr>
          <a:xfrm>
            <a:off x="3751419" y="3850344"/>
            <a:ext cx="1335743" cy="636493"/>
          </a:xfrm>
          <a:prstGeom prst="roundRect">
            <a:avLst/>
          </a:prstGeom>
          <a:solidFill>
            <a:schemeClr val="bg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Times New Roman" panose="02020603050405020304" pitchFamily="18" charset="0"/>
                <a:cs typeface="Times New Roman" panose="02020603050405020304" pitchFamily="18" charset="0"/>
              </a:rPr>
              <a:t>Class Diagram</a:t>
            </a:r>
          </a:p>
        </p:txBody>
      </p:sp>
      <p:sp>
        <p:nvSpPr>
          <p:cNvPr id="18" name="Rectangle: Rounded Corners 17">
            <a:extLst>
              <a:ext uri="{FF2B5EF4-FFF2-40B4-BE49-F238E27FC236}">
                <a16:creationId xmlns:a16="http://schemas.microsoft.com/office/drawing/2014/main" id="{EE8C1665-FC13-460D-A114-4128B60EC93A}"/>
              </a:ext>
            </a:extLst>
          </p:cNvPr>
          <p:cNvSpPr/>
          <p:nvPr/>
        </p:nvSpPr>
        <p:spPr>
          <a:xfrm>
            <a:off x="222992" y="3049863"/>
            <a:ext cx="2261348" cy="636493"/>
          </a:xfrm>
          <a:prstGeom prst="roundRect">
            <a:avLst/>
          </a:prstGeom>
          <a:solidFill>
            <a:schemeClr val="bg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Times New Roman" panose="02020603050405020304" pitchFamily="18" charset="0"/>
                <a:cs typeface="Times New Roman" panose="02020603050405020304" pitchFamily="18" charset="0"/>
              </a:rPr>
              <a:t>Composite Structural  Diagram</a:t>
            </a:r>
          </a:p>
        </p:txBody>
      </p:sp>
      <p:sp>
        <p:nvSpPr>
          <p:cNvPr id="19" name="Rectangle: Rounded Corners 18">
            <a:extLst>
              <a:ext uri="{FF2B5EF4-FFF2-40B4-BE49-F238E27FC236}">
                <a16:creationId xmlns:a16="http://schemas.microsoft.com/office/drawing/2014/main" id="{D385B56C-949C-4840-BA69-73F1CC43767D}"/>
              </a:ext>
            </a:extLst>
          </p:cNvPr>
          <p:cNvSpPr/>
          <p:nvPr/>
        </p:nvSpPr>
        <p:spPr>
          <a:xfrm>
            <a:off x="5755335" y="3049863"/>
            <a:ext cx="2581835" cy="636493"/>
          </a:xfrm>
          <a:prstGeom prst="roundRect">
            <a:avLst/>
          </a:prstGeom>
          <a:solidFill>
            <a:schemeClr val="bg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Times New Roman" panose="02020603050405020304" pitchFamily="18" charset="0"/>
                <a:cs typeface="Times New Roman" panose="02020603050405020304" pitchFamily="18" charset="0"/>
              </a:rPr>
              <a:t>Activity Diagram</a:t>
            </a:r>
          </a:p>
        </p:txBody>
      </p:sp>
      <p:sp>
        <p:nvSpPr>
          <p:cNvPr id="20" name="Rectangle: Rounded Corners 19">
            <a:extLst>
              <a:ext uri="{FF2B5EF4-FFF2-40B4-BE49-F238E27FC236}">
                <a16:creationId xmlns:a16="http://schemas.microsoft.com/office/drawing/2014/main" id="{67BEF9CB-C90E-49F6-ADFE-2408347FC832}"/>
              </a:ext>
            </a:extLst>
          </p:cNvPr>
          <p:cNvSpPr/>
          <p:nvPr/>
        </p:nvSpPr>
        <p:spPr>
          <a:xfrm>
            <a:off x="5755335" y="4687004"/>
            <a:ext cx="2581835" cy="636493"/>
          </a:xfrm>
          <a:prstGeom prst="roundRect">
            <a:avLst/>
          </a:prstGeom>
          <a:solidFill>
            <a:schemeClr val="bg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Times New Roman" panose="02020603050405020304" pitchFamily="18" charset="0"/>
                <a:cs typeface="Times New Roman" panose="02020603050405020304" pitchFamily="18" charset="0"/>
              </a:rPr>
              <a:t>Sequence Diagram</a:t>
            </a:r>
          </a:p>
        </p:txBody>
      </p:sp>
      <p:sp>
        <p:nvSpPr>
          <p:cNvPr id="21" name="Rectangle: Rounded Corners 20">
            <a:extLst>
              <a:ext uri="{FF2B5EF4-FFF2-40B4-BE49-F238E27FC236}">
                <a16:creationId xmlns:a16="http://schemas.microsoft.com/office/drawing/2014/main" id="{67E145E2-D6D4-4CA3-8025-6B583683ABA8}"/>
              </a:ext>
            </a:extLst>
          </p:cNvPr>
          <p:cNvSpPr/>
          <p:nvPr/>
        </p:nvSpPr>
        <p:spPr>
          <a:xfrm>
            <a:off x="243979" y="3859309"/>
            <a:ext cx="1463489" cy="636493"/>
          </a:xfrm>
          <a:prstGeom prst="roundRect">
            <a:avLst/>
          </a:prstGeom>
          <a:solidFill>
            <a:schemeClr val="bg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Times New Roman" panose="02020603050405020304" pitchFamily="18" charset="0"/>
                <a:cs typeface="Times New Roman" panose="02020603050405020304" pitchFamily="18" charset="0"/>
              </a:rPr>
              <a:t>Package Diagram</a:t>
            </a:r>
          </a:p>
        </p:txBody>
      </p:sp>
      <p:sp>
        <p:nvSpPr>
          <p:cNvPr id="22" name="Rectangle: Rounded Corners 21">
            <a:extLst>
              <a:ext uri="{FF2B5EF4-FFF2-40B4-BE49-F238E27FC236}">
                <a16:creationId xmlns:a16="http://schemas.microsoft.com/office/drawing/2014/main" id="{796B75FC-746E-42F8-B5EA-FFF7A866AD01}"/>
              </a:ext>
            </a:extLst>
          </p:cNvPr>
          <p:cNvSpPr/>
          <p:nvPr/>
        </p:nvSpPr>
        <p:spPr>
          <a:xfrm>
            <a:off x="8615077" y="3856675"/>
            <a:ext cx="2581835" cy="636493"/>
          </a:xfrm>
          <a:prstGeom prst="roundRect">
            <a:avLst/>
          </a:prstGeom>
          <a:solidFill>
            <a:schemeClr val="bg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Times New Roman" panose="02020603050405020304" pitchFamily="18" charset="0"/>
                <a:cs typeface="Times New Roman" panose="02020603050405020304" pitchFamily="18" charset="0"/>
              </a:rPr>
              <a:t>Interaction Diagram</a:t>
            </a:r>
          </a:p>
        </p:txBody>
      </p:sp>
      <p:sp>
        <p:nvSpPr>
          <p:cNvPr id="23" name="Rectangle: Rounded Corners 22">
            <a:extLst>
              <a:ext uri="{FF2B5EF4-FFF2-40B4-BE49-F238E27FC236}">
                <a16:creationId xmlns:a16="http://schemas.microsoft.com/office/drawing/2014/main" id="{F56EE9EB-78C5-41D1-BECD-323DEDBB71E4}"/>
              </a:ext>
            </a:extLst>
          </p:cNvPr>
          <p:cNvSpPr/>
          <p:nvPr/>
        </p:nvSpPr>
        <p:spPr>
          <a:xfrm>
            <a:off x="5755335" y="5508368"/>
            <a:ext cx="2581835" cy="636493"/>
          </a:xfrm>
          <a:prstGeom prst="roundRect">
            <a:avLst/>
          </a:prstGeom>
          <a:solidFill>
            <a:schemeClr val="bg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Times New Roman" panose="02020603050405020304" pitchFamily="18" charset="0"/>
                <a:cs typeface="Times New Roman" panose="02020603050405020304" pitchFamily="18" charset="0"/>
              </a:rPr>
              <a:t>Interaction Overview Diagram</a:t>
            </a:r>
          </a:p>
        </p:txBody>
      </p:sp>
      <p:sp>
        <p:nvSpPr>
          <p:cNvPr id="24" name="Rectangle: Rounded Corners 23">
            <a:extLst>
              <a:ext uri="{FF2B5EF4-FFF2-40B4-BE49-F238E27FC236}">
                <a16:creationId xmlns:a16="http://schemas.microsoft.com/office/drawing/2014/main" id="{35EC58B0-D3D3-4E4F-BE44-89592CB3A8B1}"/>
              </a:ext>
            </a:extLst>
          </p:cNvPr>
          <p:cNvSpPr/>
          <p:nvPr/>
        </p:nvSpPr>
        <p:spPr>
          <a:xfrm>
            <a:off x="222992" y="4697488"/>
            <a:ext cx="2270314" cy="636493"/>
          </a:xfrm>
          <a:prstGeom prst="roundRect">
            <a:avLst/>
          </a:prstGeom>
          <a:solidFill>
            <a:schemeClr val="bg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Times New Roman" panose="02020603050405020304" pitchFamily="18" charset="0"/>
                <a:cs typeface="Times New Roman" panose="02020603050405020304" pitchFamily="18" charset="0"/>
              </a:rPr>
              <a:t>Object Diagram</a:t>
            </a:r>
          </a:p>
        </p:txBody>
      </p:sp>
      <p:pic>
        <p:nvPicPr>
          <p:cNvPr id="59" name="Picture 58">
            <a:extLst>
              <a:ext uri="{FF2B5EF4-FFF2-40B4-BE49-F238E27FC236}">
                <a16:creationId xmlns:a16="http://schemas.microsoft.com/office/drawing/2014/main" id="{FB901CFD-A0DD-4556-8872-B6FB581F4CDC}"/>
              </a:ext>
            </a:extLst>
          </p:cNvPr>
          <p:cNvPicPr>
            <a:picLocks noChangeAspect="1"/>
          </p:cNvPicPr>
          <p:nvPr/>
        </p:nvPicPr>
        <p:blipFill>
          <a:blip r:embed="rId3"/>
          <a:stretch>
            <a:fillRect/>
          </a:stretch>
        </p:blipFill>
        <p:spPr>
          <a:xfrm>
            <a:off x="2590180" y="1305619"/>
            <a:ext cx="5980694" cy="713294"/>
          </a:xfrm>
          <a:prstGeom prst="rect">
            <a:avLst/>
          </a:prstGeom>
        </p:spPr>
      </p:pic>
      <p:sp>
        <p:nvSpPr>
          <p:cNvPr id="60" name="Rectangle: Rounded Corners 59">
            <a:extLst>
              <a:ext uri="{FF2B5EF4-FFF2-40B4-BE49-F238E27FC236}">
                <a16:creationId xmlns:a16="http://schemas.microsoft.com/office/drawing/2014/main" id="{D2AED5ED-CD38-47F0-90FC-69D879B76577}"/>
              </a:ext>
            </a:extLst>
          </p:cNvPr>
          <p:cNvSpPr/>
          <p:nvPr/>
        </p:nvSpPr>
        <p:spPr>
          <a:xfrm>
            <a:off x="8641972" y="5508368"/>
            <a:ext cx="2581835" cy="636493"/>
          </a:xfrm>
          <a:prstGeom prst="roundRect">
            <a:avLst/>
          </a:prstGeom>
          <a:solidFill>
            <a:schemeClr val="bg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Times New Roman" panose="02020603050405020304" pitchFamily="18" charset="0"/>
                <a:cs typeface="Times New Roman" panose="02020603050405020304" pitchFamily="18" charset="0"/>
              </a:rPr>
              <a:t>Timing Diagram</a:t>
            </a:r>
          </a:p>
        </p:txBody>
      </p:sp>
      <p:sp>
        <p:nvSpPr>
          <p:cNvPr id="61" name="Rectangle: Rounded Corners 60">
            <a:extLst>
              <a:ext uri="{FF2B5EF4-FFF2-40B4-BE49-F238E27FC236}">
                <a16:creationId xmlns:a16="http://schemas.microsoft.com/office/drawing/2014/main" id="{4A9737E5-20E6-40D6-841F-64B8D9435A4D}"/>
              </a:ext>
            </a:extLst>
          </p:cNvPr>
          <p:cNvSpPr/>
          <p:nvPr/>
        </p:nvSpPr>
        <p:spPr>
          <a:xfrm>
            <a:off x="161365" y="2858846"/>
            <a:ext cx="61627" cy="4571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4" name="Straight Arrow Connector 63">
            <a:extLst>
              <a:ext uri="{FF2B5EF4-FFF2-40B4-BE49-F238E27FC236}">
                <a16:creationId xmlns:a16="http://schemas.microsoft.com/office/drawing/2014/main" id="{407498CB-1F8F-46BB-81C8-53DE3E249A9C}"/>
              </a:ext>
            </a:extLst>
          </p:cNvPr>
          <p:cNvCxnSpPr>
            <a:stCxn id="10" idx="2"/>
            <a:endCxn id="62" idx="0"/>
          </p:cNvCxnSpPr>
          <p:nvPr/>
        </p:nvCxnSpPr>
        <p:spPr>
          <a:xfrm>
            <a:off x="2644584" y="2572862"/>
            <a:ext cx="4487" cy="285984"/>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71" name="Straight Arrow Connector 70">
            <a:extLst>
              <a:ext uri="{FF2B5EF4-FFF2-40B4-BE49-F238E27FC236}">
                <a16:creationId xmlns:a16="http://schemas.microsoft.com/office/drawing/2014/main" id="{2775CECE-B900-459A-B8B7-2A982C4EACFB}"/>
              </a:ext>
            </a:extLst>
          </p:cNvPr>
          <p:cNvCxnSpPr>
            <a:stCxn id="9" idx="2"/>
            <a:endCxn id="66" idx="0"/>
          </p:cNvCxnSpPr>
          <p:nvPr/>
        </p:nvCxnSpPr>
        <p:spPr>
          <a:xfrm>
            <a:off x="8460446" y="2570618"/>
            <a:ext cx="1921" cy="288228"/>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2939025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light spots">
            <a:extLst>
              <a:ext uri="{FF2B5EF4-FFF2-40B4-BE49-F238E27FC236}">
                <a16:creationId xmlns:a16="http://schemas.microsoft.com/office/drawing/2014/main" id="{20A520D0-11CF-4639-8537-F56A8A2FDCFD}"/>
              </a:ext>
            </a:extLst>
          </p:cNvPr>
          <p:cNvPicPr>
            <a:picLocks noChangeAspect="1"/>
          </p:cNvPicPr>
          <p:nvPr/>
        </p:nvPicPr>
        <p:blipFill rotWithShape="1">
          <a:blip r:embed="rId3">
            <a:alphaModFix amt="20000"/>
            <a:extLst>
              <a:ext uri="{28A0092B-C50C-407E-A947-70E740481C1C}">
                <a14:useLocalDpi xmlns:a14="http://schemas.microsoft.com/office/drawing/2010/main"/>
              </a:ext>
            </a:extLst>
          </a:blip>
          <a:src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D44BCB7C-A6FC-4118-9027-468ECFDE6455}"/>
              </a:ext>
            </a:extLst>
          </p:cNvPr>
          <p:cNvSpPr>
            <a:spLocks noGrp="1"/>
          </p:cNvSpPr>
          <p:nvPr>
            <p:ph type="ctrTitle"/>
          </p:nvPr>
        </p:nvSpPr>
        <p:spPr>
          <a:xfrm>
            <a:off x="3962399" y="2573867"/>
            <a:ext cx="7197726" cy="2421464"/>
          </a:xfrm>
        </p:spPr>
        <p:txBody>
          <a:bodyPr>
            <a:normAutofit/>
          </a:bodyPr>
          <a:lstStyle/>
          <a:p>
            <a:r>
              <a:rPr lang="en-US" dirty="0"/>
              <a:t>Thank You!</a:t>
            </a:r>
          </a:p>
        </p:txBody>
      </p:sp>
      <p:sp>
        <p:nvSpPr>
          <p:cNvPr id="3" name="Subtitle 2">
            <a:extLst>
              <a:ext uri="{FF2B5EF4-FFF2-40B4-BE49-F238E27FC236}">
                <a16:creationId xmlns:a16="http://schemas.microsoft.com/office/drawing/2014/main" id="{4B64FA72-B055-4AE3-A6FD-8071BD687CBE}"/>
              </a:ext>
            </a:extLst>
          </p:cNvPr>
          <p:cNvSpPr>
            <a:spLocks noGrp="1"/>
          </p:cNvSpPr>
          <p:nvPr>
            <p:ph type="subTitle" idx="1"/>
          </p:nvPr>
        </p:nvSpPr>
        <p:spPr>
          <a:xfrm>
            <a:off x="3962399" y="4995332"/>
            <a:ext cx="7197726" cy="1405467"/>
          </a:xfrm>
        </p:spPr>
        <p:txBody>
          <a:bodyPr>
            <a:normAutofit/>
          </a:bodyPr>
          <a:lstStyle/>
          <a:p>
            <a:r>
              <a:rPr lang="en-US" dirty="0">
                <a:solidFill>
                  <a:schemeClr val="accent1">
                    <a:lumMod val="40000"/>
                    <a:lumOff val="60000"/>
                  </a:schemeClr>
                </a:solidFill>
              </a:rPr>
              <a:t>someone@example.com</a:t>
            </a:r>
          </a:p>
        </p:txBody>
      </p:sp>
      <p:graphicFrame>
        <p:nvGraphicFramePr>
          <p:cNvPr id="6" name="Table 6">
            <a:extLst>
              <a:ext uri="{FF2B5EF4-FFF2-40B4-BE49-F238E27FC236}">
                <a16:creationId xmlns:a16="http://schemas.microsoft.com/office/drawing/2014/main" id="{1C6E5499-6A28-464C-8B37-43DFF6138746}"/>
              </a:ext>
            </a:extLst>
          </p:cNvPr>
          <p:cNvGraphicFramePr>
            <a:graphicFrameLocks noGrp="1"/>
          </p:cNvGraphicFramePr>
          <p:nvPr>
            <p:extLst>
              <p:ext uri="{D42A27DB-BD31-4B8C-83A1-F6EECF244321}">
                <p14:modId xmlns:p14="http://schemas.microsoft.com/office/powerpoint/2010/main" val="3478145934"/>
              </p:ext>
            </p:extLst>
          </p:nvPr>
        </p:nvGraphicFramePr>
        <p:xfrm>
          <a:off x="778932" y="1016000"/>
          <a:ext cx="10837335" cy="4986069"/>
        </p:xfrm>
        <a:graphic>
          <a:graphicData uri="http://schemas.openxmlformats.org/drawingml/2006/table">
            <a:tbl>
              <a:tblPr firstRow="1" bandRow="1">
                <a:tableStyleId>{5C22544A-7EE6-4342-B048-85BDC9FD1C3A}</a:tableStyleId>
              </a:tblPr>
              <a:tblGrid>
                <a:gridCol w="6773335">
                  <a:extLst>
                    <a:ext uri="{9D8B030D-6E8A-4147-A177-3AD203B41FA5}">
                      <a16:colId xmlns:a16="http://schemas.microsoft.com/office/drawing/2014/main" val="1414997306"/>
                    </a:ext>
                  </a:extLst>
                </a:gridCol>
                <a:gridCol w="4064000">
                  <a:extLst>
                    <a:ext uri="{9D8B030D-6E8A-4147-A177-3AD203B41FA5}">
                      <a16:colId xmlns:a16="http://schemas.microsoft.com/office/drawing/2014/main" val="1261619502"/>
                    </a:ext>
                  </a:extLst>
                </a:gridCol>
              </a:tblGrid>
              <a:tr h="587022">
                <a:tc>
                  <a:txBody>
                    <a:bodyPr/>
                    <a:lstStyle/>
                    <a:p>
                      <a:r>
                        <a:rPr lang="mn-MN" sz="2000" dirty="0">
                          <a:latin typeface="Times New Roman" panose="02020603050405020304" pitchFamily="18" charset="0"/>
                          <a:cs typeface="Times New Roman" panose="02020603050405020304" pitchFamily="18" charset="0"/>
                        </a:rPr>
                        <a:t>Нэр томьёо ба түүний тодорхойлолт</a:t>
                      </a:r>
                      <a:endParaRPr lang="en-US" sz="2000" dirty="0">
                        <a:latin typeface="Times New Roman" panose="02020603050405020304" pitchFamily="18" charset="0"/>
                        <a:cs typeface="Times New Roman" panose="02020603050405020304" pitchFamily="18" charset="0"/>
                      </a:endParaRPr>
                    </a:p>
                  </a:txBody>
                  <a:tcPr/>
                </a:tc>
                <a:tc>
                  <a:txBody>
                    <a:bodyPr/>
                    <a:lstStyle/>
                    <a:p>
                      <a:r>
                        <a:rPr lang="mn-MN" sz="2000" dirty="0">
                          <a:latin typeface="Times New Roman" panose="02020603050405020304" pitchFamily="18" charset="0"/>
                          <a:cs typeface="Times New Roman" panose="02020603050405020304" pitchFamily="18" charset="0"/>
                        </a:rPr>
                        <a:t>Тэмдэглэгээ</a:t>
                      </a:r>
                      <a:endParaRPr lang="en-US"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353585666"/>
                  </a:ext>
                </a:extLst>
              </a:tr>
              <a:tr h="1466349">
                <a:tc>
                  <a:txBody>
                    <a:bodyPr/>
                    <a:lstStyle/>
                    <a:p>
                      <a:pPr marL="0" indent="0">
                        <a:buFont typeface="Arial" panose="020B0604020202020204" pitchFamily="34" charset="0"/>
                        <a:buNone/>
                      </a:pPr>
                      <a:r>
                        <a:rPr lang="en-US" sz="2000" b="1" dirty="0">
                          <a:latin typeface="Times New Roman" panose="02020603050405020304" pitchFamily="18" charset="0"/>
                          <a:cs typeface="Times New Roman" panose="02020603050405020304" pitchFamily="18" charset="0"/>
                        </a:rPr>
                        <a:t>State(</a:t>
                      </a:r>
                      <a:r>
                        <a:rPr lang="mn-MN" sz="2000" b="1" dirty="0">
                          <a:latin typeface="Times New Roman" panose="02020603050405020304" pitchFamily="18" charset="0"/>
                          <a:cs typeface="Times New Roman" panose="02020603050405020304" pitchFamily="18" charset="0"/>
                        </a:rPr>
                        <a:t>төлөв</a:t>
                      </a:r>
                      <a:r>
                        <a:rPr lang="en-US" sz="2000" b="1" dirty="0">
                          <a:latin typeface="Times New Roman" panose="02020603050405020304" pitchFamily="18" charset="0"/>
                          <a:cs typeface="Times New Roman" panose="02020603050405020304" pitchFamily="18" charset="0"/>
                        </a:rPr>
                        <a:t>):</a:t>
                      </a:r>
                    </a:p>
                    <a:p>
                      <a:pPr marL="285750" indent="-285750">
                        <a:buFont typeface="Arial" panose="020B0604020202020204" pitchFamily="34" charset="0"/>
                        <a:buChar char="•"/>
                      </a:pPr>
                      <a:r>
                        <a:rPr lang="mn-MN" sz="2000" dirty="0">
                          <a:latin typeface="Times New Roman" panose="02020603050405020304" pitchFamily="18" charset="0"/>
                          <a:cs typeface="Times New Roman" panose="02020603050405020304" pitchFamily="18" charset="0"/>
                        </a:rPr>
                        <a:t>Бөөрөнхий булантай тэгш өнцөгт хэлбэрээр харуулна.</a:t>
                      </a:r>
                    </a:p>
                    <a:p>
                      <a:pPr marL="285750" indent="-285750">
                        <a:buFont typeface="Arial" panose="020B0604020202020204" pitchFamily="34" charset="0"/>
                        <a:buChar char="•"/>
                      </a:pPr>
                      <a:r>
                        <a:rPr lang="mn-MN" sz="2000" dirty="0">
                          <a:latin typeface="Times New Roman" panose="02020603050405020304" pitchFamily="18" charset="0"/>
                          <a:cs typeface="Times New Roman" panose="02020603050405020304" pitchFamily="18" charset="0"/>
                        </a:rPr>
                        <a:t>Обьектын төлөвийг илэрхийлсэн нэртэй.</a:t>
                      </a:r>
                      <a:endParaRPr lang="en-US" sz="2000" dirty="0">
                        <a:latin typeface="Times New Roman" panose="02020603050405020304" pitchFamily="18" charset="0"/>
                        <a:cs typeface="Times New Roman" panose="02020603050405020304" pitchFamily="18" charset="0"/>
                      </a:endParaRPr>
                    </a:p>
                  </a:txBody>
                  <a:tcPr/>
                </a:tc>
                <a:tc>
                  <a:txBody>
                    <a:bodyPr/>
                    <a:lstStyle/>
                    <a:p>
                      <a:endParaRPr lang="en-US"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265015815"/>
                  </a:ext>
                </a:extLst>
              </a:tr>
              <a:tr h="1466349">
                <a:tc>
                  <a:txBody>
                    <a:bodyPr/>
                    <a:lstStyle/>
                    <a:p>
                      <a:r>
                        <a:rPr lang="en-US" sz="2000" b="1" i="0" dirty="0">
                          <a:solidFill>
                            <a:schemeClr val="bg1"/>
                          </a:solidFill>
                          <a:effectLst/>
                          <a:latin typeface="Times New Roman" panose="02020603050405020304" pitchFamily="18" charset="0"/>
                          <a:cs typeface="Times New Roman" panose="02020603050405020304" pitchFamily="18" charset="0"/>
                        </a:rPr>
                        <a:t>Initial state(</a:t>
                      </a:r>
                      <a:r>
                        <a:rPr lang="mn-MN" sz="2000" b="1" i="0" dirty="0">
                          <a:solidFill>
                            <a:schemeClr val="bg1"/>
                          </a:solidFill>
                          <a:effectLst/>
                          <a:latin typeface="Times New Roman" panose="02020603050405020304" pitchFamily="18" charset="0"/>
                          <a:cs typeface="Times New Roman" panose="02020603050405020304" pitchFamily="18" charset="0"/>
                        </a:rPr>
                        <a:t>эхний төлөв</a:t>
                      </a:r>
                      <a:r>
                        <a:rPr lang="en-US" sz="2000" b="1" i="0" dirty="0">
                          <a:solidFill>
                            <a:schemeClr val="bg1"/>
                          </a:solidFill>
                          <a:effectLst/>
                          <a:latin typeface="Times New Roman" panose="02020603050405020304" pitchFamily="18" charset="0"/>
                          <a:cs typeface="Times New Roman" panose="02020603050405020304" pitchFamily="18" charset="0"/>
                        </a:rPr>
                        <a:t>):</a:t>
                      </a:r>
                    </a:p>
                    <a:p>
                      <a:pPr marL="285750" indent="-285750">
                        <a:buFont typeface="Arial" panose="020B0604020202020204" pitchFamily="34" charset="0"/>
                        <a:buChar char="•"/>
                      </a:pPr>
                      <a:r>
                        <a:rPr lang="mn-MN" sz="2000" b="0" i="0" dirty="0">
                          <a:solidFill>
                            <a:schemeClr val="bg1"/>
                          </a:solidFill>
                          <a:effectLst/>
                          <a:latin typeface="Times New Roman" panose="02020603050405020304" pitchFamily="18" charset="0"/>
                          <a:cs typeface="Times New Roman" panose="02020603050405020304" pitchFamily="18" charset="0"/>
                        </a:rPr>
                        <a:t>Битүү жижиг тойрог хэлбэрээр харуулна.</a:t>
                      </a:r>
                    </a:p>
                    <a:p>
                      <a:pPr marL="285750" indent="-285750">
                        <a:buFont typeface="Arial" panose="020B0604020202020204" pitchFamily="34" charset="0"/>
                        <a:buChar char="•"/>
                      </a:pPr>
                      <a:r>
                        <a:rPr lang="mn-MN" sz="2000" b="0" i="0" dirty="0">
                          <a:solidFill>
                            <a:schemeClr val="bg1"/>
                          </a:solidFill>
                          <a:effectLst/>
                          <a:latin typeface="Times New Roman" panose="02020603050405020304" pitchFamily="18" charset="0"/>
                          <a:cs typeface="Times New Roman" panose="02020603050405020304" pitchFamily="18" charset="0"/>
                        </a:rPr>
                        <a:t>Анхны төлөвийг илэрхийлдэг.</a:t>
                      </a:r>
                      <a:endParaRPr lang="en-US" sz="2000" b="0" dirty="0">
                        <a:solidFill>
                          <a:schemeClr val="bg1"/>
                        </a:solidFill>
                        <a:latin typeface="Times New Roman" panose="02020603050405020304" pitchFamily="18" charset="0"/>
                        <a:cs typeface="Times New Roman" panose="02020603050405020304" pitchFamily="18" charset="0"/>
                      </a:endParaRPr>
                    </a:p>
                  </a:txBody>
                  <a:tcPr/>
                </a:tc>
                <a:tc>
                  <a:txBody>
                    <a:bodyPr/>
                    <a:lstStyle/>
                    <a:p>
                      <a:endParaRPr lang="en-US"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173287574"/>
                  </a:ext>
                </a:extLst>
              </a:tr>
              <a:tr h="1466349">
                <a:tc>
                  <a:txBody>
                    <a:bodyPr/>
                    <a:lstStyle/>
                    <a:p>
                      <a:r>
                        <a:rPr lang="en-US" sz="2000" b="1" dirty="0">
                          <a:latin typeface="Times New Roman" panose="02020603050405020304" pitchFamily="18" charset="0"/>
                          <a:cs typeface="Times New Roman" panose="02020603050405020304" pitchFamily="18" charset="0"/>
                        </a:rPr>
                        <a:t>Final state(</a:t>
                      </a:r>
                      <a:r>
                        <a:rPr lang="mn-MN" sz="2000" b="1" dirty="0">
                          <a:latin typeface="Times New Roman" panose="02020603050405020304" pitchFamily="18" charset="0"/>
                          <a:cs typeface="Times New Roman" panose="02020603050405020304" pitchFamily="18" charset="0"/>
                        </a:rPr>
                        <a:t>төгсгөлийн төлөв</a:t>
                      </a:r>
                      <a:r>
                        <a:rPr lang="en-US" sz="2000" b="1" dirty="0">
                          <a:latin typeface="Times New Roman" panose="02020603050405020304" pitchFamily="18" charset="0"/>
                          <a:cs typeface="Times New Roman" panose="02020603050405020304" pitchFamily="18" charset="0"/>
                        </a:rPr>
                        <a:t>):</a:t>
                      </a:r>
                      <a:endParaRPr lang="mn-MN" sz="2000" b="1"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mn-MN" sz="2000" b="0" dirty="0">
                          <a:latin typeface="Times New Roman" panose="02020603050405020304" pitchFamily="18" charset="0"/>
                          <a:cs typeface="Times New Roman" panose="02020603050405020304" pitchFamily="18" charset="0"/>
                        </a:rPr>
                        <a:t>Битүү тойргийг хүрээлсэн тойрог хэлбэрээр харуулна.</a:t>
                      </a:r>
                    </a:p>
                    <a:p>
                      <a:pPr marL="285750" indent="-285750">
                        <a:buFont typeface="Arial" panose="020B0604020202020204" pitchFamily="34" charset="0"/>
                        <a:buChar char="•"/>
                      </a:pPr>
                      <a:r>
                        <a:rPr lang="mn-MN" sz="2000" b="0" dirty="0">
                          <a:latin typeface="Times New Roman" panose="02020603050405020304" pitchFamily="18" charset="0"/>
                          <a:cs typeface="Times New Roman" panose="02020603050405020304" pitchFamily="18" charset="0"/>
                        </a:rPr>
                        <a:t>Үйл ажиллагаа дууссаныг харуулна.</a:t>
                      </a:r>
                      <a:endParaRPr lang="en-US" sz="2000" b="0" dirty="0">
                        <a:latin typeface="Times New Roman" panose="02020603050405020304" pitchFamily="18" charset="0"/>
                        <a:cs typeface="Times New Roman" panose="02020603050405020304" pitchFamily="18" charset="0"/>
                      </a:endParaRPr>
                    </a:p>
                  </a:txBody>
                  <a:tcPr/>
                </a:tc>
                <a:tc>
                  <a:txBody>
                    <a:bodyPr/>
                    <a:lstStyle/>
                    <a:p>
                      <a:pPr marL="285750" indent="-28575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764064323"/>
                  </a:ext>
                </a:extLst>
              </a:tr>
            </a:tbl>
          </a:graphicData>
        </a:graphic>
      </p:graphicFrame>
      <p:sp>
        <p:nvSpPr>
          <p:cNvPr id="7" name="Rectangle: Rounded Corners 6">
            <a:extLst>
              <a:ext uri="{FF2B5EF4-FFF2-40B4-BE49-F238E27FC236}">
                <a16:creationId xmlns:a16="http://schemas.microsoft.com/office/drawing/2014/main" id="{0C509484-2DFF-4E3C-9E7F-8F49E006E8BC}"/>
              </a:ext>
            </a:extLst>
          </p:cNvPr>
          <p:cNvSpPr/>
          <p:nvPr/>
        </p:nvSpPr>
        <p:spPr>
          <a:xfrm>
            <a:off x="8486421" y="1995309"/>
            <a:ext cx="2190044" cy="6096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mn-MN" dirty="0">
                <a:latin typeface="Times New Roman" panose="02020603050405020304" pitchFamily="18" charset="0"/>
                <a:cs typeface="Times New Roman" panose="02020603050405020304" pitchFamily="18" charset="0"/>
              </a:rPr>
              <a:t>Төлөв</a:t>
            </a:r>
            <a:r>
              <a:rPr lang="en-US" dirty="0">
                <a:latin typeface="Times New Roman" panose="02020603050405020304" pitchFamily="18" charset="0"/>
                <a:cs typeface="Times New Roman" panose="02020603050405020304" pitchFamily="18" charset="0"/>
              </a:rPr>
              <a:t>_1</a:t>
            </a:r>
          </a:p>
        </p:txBody>
      </p:sp>
      <p:sp>
        <p:nvSpPr>
          <p:cNvPr id="8" name="Oval 7">
            <a:extLst>
              <a:ext uri="{FF2B5EF4-FFF2-40B4-BE49-F238E27FC236}">
                <a16:creationId xmlns:a16="http://schemas.microsoft.com/office/drawing/2014/main" id="{58E78701-8D19-48D5-ACD1-BF9B528DD7C6}"/>
              </a:ext>
            </a:extLst>
          </p:cNvPr>
          <p:cNvSpPr/>
          <p:nvPr/>
        </p:nvSpPr>
        <p:spPr>
          <a:xfrm>
            <a:off x="9210440" y="3511856"/>
            <a:ext cx="711200" cy="49106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F04B73F5-8F36-4170-BA59-09144F1CF4D3}"/>
              </a:ext>
            </a:extLst>
          </p:cNvPr>
          <p:cNvPicPr>
            <a:picLocks noChangeAspect="1"/>
          </p:cNvPicPr>
          <p:nvPr/>
        </p:nvPicPr>
        <p:blipFill>
          <a:blip r:embed="rId4"/>
          <a:stretch>
            <a:fillRect/>
          </a:stretch>
        </p:blipFill>
        <p:spPr>
          <a:xfrm>
            <a:off x="9177864" y="5006746"/>
            <a:ext cx="743776" cy="524301"/>
          </a:xfrm>
          <a:prstGeom prst="rect">
            <a:avLst/>
          </a:prstGeom>
        </p:spPr>
      </p:pic>
    </p:spTree>
    <p:extLst>
      <p:ext uri="{BB962C8B-B14F-4D97-AF65-F5344CB8AC3E}">
        <p14:creationId xmlns:p14="http://schemas.microsoft.com/office/powerpoint/2010/main" val="293993086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elestial">
  <a:themeElements>
    <a:clrScheme name="Celestial">
      <a:dk1>
        <a:sysClr val="windowText" lastClr="000000"/>
      </a:dk1>
      <a:lt1>
        <a:sysClr val="window" lastClr="FFFFFF"/>
      </a:lt1>
      <a:dk2>
        <a:srgbClr val="3F296A"/>
      </a:dk2>
      <a:lt2>
        <a:srgbClr val="EBEBEB"/>
      </a:lt2>
      <a:accent1>
        <a:srgbClr val="E84574"/>
      </a:accent1>
      <a:accent2>
        <a:srgbClr val="798FF2"/>
      </a:accent2>
      <a:accent3>
        <a:srgbClr val="95C369"/>
      </a:accent3>
      <a:accent4>
        <a:srgbClr val="EE875A"/>
      </a:accent4>
      <a:accent5>
        <a:srgbClr val="C363E8"/>
      </a:accent5>
      <a:accent6>
        <a:srgbClr val="6AADC8"/>
      </a:accent6>
      <a:hlink>
        <a:srgbClr val="FE80C7"/>
      </a:hlink>
      <a:folHlink>
        <a:srgbClr val="FBA3EC"/>
      </a:folHlink>
    </a:clrScheme>
    <a:fontScheme name="Celestial">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42E5908D-19A2-46FD-89FA-638B126129E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93813dd7ca6ad654711aa0ab317e03a3">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f11dc0ce689dd3925e84e4e35398c6e7"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0D51BCB-0419-432E-B7F1-25548446A625}">
  <ds:schemaRefs>
    <ds:schemaRef ds:uri="http://schemas.microsoft.com/sharepoint/v3/contenttype/forms"/>
  </ds:schemaRefs>
</ds:datastoreItem>
</file>

<file path=customXml/itemProps2.xml><?xml version="1.0" encoding="utf-8"?>
<ds:datastoreItem xmlns:ds="http://schemas.openxmlformats.org/officeDocument/2006/customXml" ds:itemID="{1F08B90B-70ED-4539-9C14-FB2728D9064F}">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9E8D3305-1D9D-4BC8-A40F-6F8AE50BD76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Future design</Template>
  <TotalTime>681</TotalTime>
  <Words>1417</Words>
  <Application>Microsoft Office PowerPoint</Application>
  <PresentationFormat>Widescreen</PresentationFormat>
  <Paragraphs>110</Paragraphs>
  <Slides>22</Slides>
  <Notes>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Arial</vt:lpstr>
      <vt:lpstr>Calibri</vt:lpstr>
      <vt:lpstr>Calibri Light</vt:lpstr>
      <vt:lpstr>Times New Roman</vt:lpstr>
      <vt:lpstr>Celestial</vt:lpstr>
      <vt:lpstr>State diagram</vt:lpstr>
      <vt:lpstr>агуулга</vt:lpstr>
      <vt:lpstr>PowerPoint Presentation</vt:lpstr>
      <vt:lpstr>State diagram-ын үндсэн ойлголт</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State diagram байгуулах зааварчилгаа</vt:lpstr>
      <vt:lpstr>PowerPoint Presentation</vt:lpstr>
      <vt:lpstr>State diagram байгуулах</vt:lpstr>
      <vt:lpstr>State diagram байгуулах</vt:lpstr>
      <vt:lpstr>PowerPoint Presentation</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Global technology</dc:title>
  <dc:creator>Lenovo</dc:creator>
  <cp:lastModifiedBy>Lenovo</cp:lastModifiedBy>
  <cp:revision>72</cp:revision>
  <dcterms:created xsi:type="dcterms:W3CDTF">2024-11-16T14:24:01Z</dcterms:created>
  <dcterms:modified xsi:type="dcterms:W3CDTF">2024-11-19T06:43:22Z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