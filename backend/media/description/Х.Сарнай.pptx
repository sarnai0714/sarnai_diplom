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3" r:id="rId7"/>
    <p:sldId id="264" r:id="rId8"/>
  </p:sldIdLst>
  <p:sldSz cx="18288000" cy="10287000"/>
  <p:notesSz cx="6858000" cy="9144000"/>
  <p:embeddedFontLst>
    <p:embeddedFont>
      <p:font typeface="AC Diary Girl" panose="020B0604020202020204" charset="-95"/>
      <p:regular r:id="rId9"/>
    </p:embeddedFont>
    <p:embeddedFont>
      <p:font typeface="Calibri" panose="020F0502020204030204" pitchFamily="34" charset="0"/>
      <p:regular r:id="rId10"/>
      <p:bold r:id="rId11"/>
      <p:italic r:id="rId12"/>
      <p:boldItalic r:id="rId13"/>
    </p:embeddedFont>
    <p:embeddedFont>
      <p:font typeface="Nunito" pitchFamily="2" charset="0"/>
      <p:regular r:id="rId14"/>
      <p:bold r:id="rId15"/>
      <p:italic r:id="rId16"/>
      <p:boldItalic r:id="rId17"/>
    </p:embeddedFont>
    <p:embeddedFont>
      <p:font typeface="Times New Roman" panose="02020603050405020304" pitchFamily="18" charset="0"/>
      <p:regular r:id="rId18"/>
    </p:embeddedFont>
    <p:embeddedFont>
      <p:font typeface="Times New Roman Bold" panose="02020803070505020304" pitchFamily="18"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theme" Target="theme/theme1.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5.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rot="-465442">
            <a:off x="15105791" y="2458225"/>
            <a:ext cx="2013817" cy="2206373"/>
          </a:xfrm>
          <a:custGeom>
            <a:avLst/>
            <a:gdLst/>
            <a:ahLst/>
            <a:cxnLst/>
            <a:rect l="l" t="t" r="r" b="b"/>
            <a:pathLst>
              <a:path w="2013817" h="2206373">
                <a:moveTo>
                  <a:pt x="0" y="0"/>
                </a:moveTo>
                <a:lnTo>
                  <a:pt x="2013817" y="0"/>
                </a:lnTo>
                <a:lnTo>
                  <a:pt x="2013817" y="2206373"/>
                </a:lnTo>
                <a:lnTo>
                  <a:pt x="0" y="22063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3825094" y="8627655"/>
            <a:ext cx="3434206" cy="630645"/>
          </a:xfrm>
          <a:custGeom>
            <a:avLst/>
            <a:gdLst/>
            <a:ahLst/>
            <a:cxnLst/>
            <a:rect l="l" t="t" r="r" b="b"/>
            <a:pathLst>
              <a:path w="3434206" h="630645">
                <a:moveTo>
                  <a:pt x="0" y="0"/>
                </a:moveTo>
                <a:lnTo>
                  <a:pt x="3434206" y="0"/>
                </a:lnTo>
                <a:lnTo>
                  <a:pt x="3434206" y="630645"/>
                </a:lnTo>
                <a:lnTo>
                  <a:pt x="0" y="63064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537417">
            <a:off x="1699513" y="6606455"/>
            <a:ext cx="3549699" cy="2562238"/>
          </a:xfrm>
          <a:custGeom>
            <a:avLst/>
            <a:gdLst/>
            <a:ahLst/>
            <a:cxnLst/>
            <a:rect l="l" t="t" r="r" b="b"/>
            <a:pathLst>
              <a:path w="3549699" h="2562238">
                <a:moveTo>
                  <a:pt x="0" y="0"/>
                </a:moveTo>
                <a:lnTo>
                  <a:pt x="3549700" y="0"/>
                </a:lnTo>
                <a:lnTo>
                  <a:pt x="3549700" y="2562237"/>
                </a:lnTo>
                <a:lnTo>
                  <a:pt x="0" y="25622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1521696" y="539153"/>
            <a:ext cx="2313290" cy="2313290"/>
          </a:xfrm>
          <a:custGeom>
            <a:avLst/>
            <a:gdLst/>
            <a:ahLst/>
            <a:cxnLst/>
            <a:rect l="l" t="t" r="r" b="b"/>
            <a:pathLst>
              <a:path w="2313290" h="2313290">
                <a:moveTo>
                  <a:pt x="0" y="0"/>
                </a:moveTo>
                <a:lnTo>
                  <a:pt x="2313290" y="0"/>
                </a:lnTo>
                <a:lnTo>
                  <a:pt x="2313290" y="2313290"/>
                </a:lnTo>
                <a:lnTo>
                  <a:pt x="0" y="2313290"/>
                </a:lnTo>
                <a:lnTo>
                  <a:pt x="0" y="0"/>
                </a:lnTo>
                <a:close/>
              </a:path>
            </a:pathLst>
          </a:custGeom>
          <a:blipFill>
            <a:blip r:embed="rId9"/>
            <a:stretch>
              <a:fillRect/>
            </a:stretch>
          </a:blipFill>
        </p:spPr>
      </p:sp>
      <p:sp>
        <p:nvSpPr>
          <p:cNvPr id="7" name="TextBox 7"/>
          <p:cNvSpPr txBox="1"/>
          <p:nvPr/>
        </p:nvSpPr>
        <p:spPr>
          <a:xfrm>
            <a:off x="2342642" y="3810011"/>
            <a:ext cx="12858622" cy="2666989"/>
          </a:xfrm>
          <a:prstGeom prst="rect">
            <a:avLst/>
          </a:prstGeom>
        </p:spPr>
        <p:txBody>
          <a:bodyPr lIns="0" tIns="0" rIns="0" bIns="0" rtlCol="0" anchor="t">
            <a:spAutoFit/>
          </a:bodyPr>
          <a:lstStyle/>
          <a:p>
            <a:pPr algn="ctr">
              <a:lnSpc>
                <a:spcPts val="10500"/>
              </a:lnSpc>
            </a:pPr>
            <a:r>
              <a:rPr lang="en-US" sz="7500">
                <a:solidFill>
                  <a:srgbClr val="337271"/>
                </a:solidFill>
                <a:latin typeface="Times New Roman"/>
                <a:ea typeface="Times New Roman"/>
                <a:cs typeface="Times New Roman"/>
                <a:sym typeface="Times New Roman"/>
              </a:rPr>
              <a:t>“EduLink” сургалтын веб аппликейшн</a:t>
            </a:r>
          </a:p>
        </p:txBody>
      </p:sp>
      <p:sp>
        <p:nvSpPr>
          <p:cNvPr id="8" name="TextBox 8"/>
          <p:cNvSpPr txBox="1"/>
          <p:nvPr/>
        </p:nvSpPr>
        <p:spPr>
          <a:xfrm>
            <a:off x="11700046" y="6991350"/>
            <a:ext cx="7002434" cy="2569486"/>
          </a:xfrm>
          <a:prstGeom prst="rect">
            <a:avLst/>
          </a:prstGeom>
        </p:spPr>
        <p:txBody>
          <a:bodyPr lIns="0" tIns="0" rIns="0" bIns="0" rtlCol="0" anchor="t">
            <a:spAutoFit/>
          </a:bodyPr>
          <a:lstStyle/>
          <a:p>
            <a:pPr algn="l">
              <a:lnSpc>
                <a:spcPts val="4086"/>
              </a:lnSpc>
            </a:pPr>
            <a:r>
              <a:rPr lang="en-US" sz="2919">
                <a:solidFill>
                  <a:srgbClr val="337271"/>
                </a:solidFill>
                <a:latin typeface="Times New Roman"/>
                <a:ea typeface="Times New Roman"/>
                <a:cs typeface="Times New Roman"/>
                <a:sym typeface="Times New Roman"/>
              </a:rPr>
              <a:t>Удирдсан багш: багш Х. Сувд- Эрдэнэ</a:t>
            </a:r>
          </a:p>
          <a:p>
            <a:pPr algn="l">
              <a:lnSpc>
                <a:spcPts val="4086"/>
              </a:lnSpc>
            </a:pPr>
            <a:r>
              <a:rPr lang="en-US" sz="2919">
                <a:solidFill>
                  <a:srgbClr val="337271"/>
                </a:solidFill>
                <a:latin typeface="Times New Roman"/>
                <a:ea typeface="Times New Roman"/>
                <a:cs typeface="Times New Roman"/>
                <a:sym typeface="Times New Roman"/>
              </a:rPr>
              <a:t>Оюутны нэр: Х. Сарнай</a:t>
            </a:r>
          </a:p>
          <a:p>
            <a:pPr algn="l">
              <a:lnSpc>
                <a:spcPts val="4086"/>
              </a:lnSpc>
            </a:pPr>
            <a:r>
              <a:rPr lang="en-US" sz="2919">
                <a:solidFill>
                  <a:srgbClr val="337271"/>
                </a:solidFill>
                <a:latin typeface="Times New Roman"/>
                <a:ea typeface="Times New Roman"/>
                <a:cs typeface="Times New Roman"/>
                <a:sym typeface="Times New Roman"/>
              </a:rPr>
              <a:t>Оюутны код:sw22d033</a:t>
            </a:r>
          </a:p>
          <a:p>
            <a:pPr algn="ctr">
              <a:lnSpc>
                <a:spcPts val="4086"/>
              </a:lnSpc>
            </a:pPr>
            <a:endParaRPr lang="en-US" sz="2919">
              <a:solidFill>
                <a:srgbClr val="337271"/>
              </a:solidFill>
              <a:latin typeface="Times New Roman"/>
              <a:ea typeface="Times New Roman"/>
              <a:cs typeface="Times New Roman"/>
              <a:sym typeface="Times New Roman"/>
            </a:endParaRPr>
          </a:p>
          <a:p>
            <a:pPr algn="ctr">
              <a:lnSpc>
                <a:spcPts val="4086"/>
              </a:lnSpc>
            </a:pPr>
            <a:endParaRPr lang="en-US" sz="2919">
              <a:solidFill>
                <a:srgbClr val="337271"/>
              </a:solidFill>
              <a:latin typeface="Times New Roman"/>
              <a:ea typeface="Times New Roman"/>
              <a:cs typeface="Times New Roman"/>
              <a:sym typeface="Times New Roman"/>
            </a:endParaRPr>
          </a:p>
        </p:txBody>
      </p:sp>
      <p:sp>
        <p:nvSpPr>
          <p:cNvPr id="9" name="TextBox 9"/>
          <p:cNvSpPr txBox="1"/>
          <p:nvPr/>
        </p:nvSpPr>
        <p:spPr>
          <a:xfrm>
            <a:off x="3834986" y="1184651"/>
            <a:ext cx="14004868" cy="898469"/>
          </a:xfrm>
          <a:prstGeom prst="rect">
            <a:avLst/>
          </a:prstGeom>
        </p:spPr>
        <p:txBody>
          <a:bodyPr lIns="0" tIns="0" rIns="0" bIns="0" rtlCol="0" anchor="t">
            <a:spAutoFit/>
          </a:bodyPr>
          <a:lstStyle/>
          <a:p>
            <a:pPr algn="ctr">
              <a:lnSpc>
                <a:spcPts val="7178"/>
              </a:lnSpc>
              <a:spcBef>
                <a:spcPct val="0"/>
              </a:spcBef>
            </a:pPr>
            <a:r>
              <a:rPr lang="en-US" sz="5127" b="1">
                <a:solidFill>
                  <a:srgbClr val="337271"/>
                </a:solidFill>
                <a:latin typeface="Times New Roman Bold"/>
                <a:ea typeface="Times New Roman Bold"/>
                <a:cs typeface="Times New Roman Bold"/>
                <a:sym typeface="Times New Roman Bold"/>
              </a:rPr>
              <a:t>Мандах ИС Мэдээлэл, Технологийн сургууль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2099932" y="-1172339"/>
            <a:ext cx="6257264" cy="3629213"/>
          </a:xfrm>
          <a:custGeom>
            <a:avLst/>
            <a:gdLst/>
            <a:ahLst/>
            <a:cxnLst/>
            <a:rect l="l" t="t" r="r" b="b"/>
            <a:pathLst>
              <a:path w="6257264" h="3629213">
                <a:moveTo>
                  <a:pt x="0" y="0"/>
                </a:moveTo>
                <a:lnTo>
                  <a:pt x="6257264" y="0"/>
                </a:lnTo>
                <a:lnTo>
                  <a:pt x="6257264" y="3629214"/>
                </a:lnTo>
                <a:lnTo>
                  <a:pt x="0" y="36292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5533991" y="6870677"/>
            <a:ext cx="2977619" cy="4114800"/>
          </a:xfrm>
          <a:custGeom>
            <a:avLst/>
            <a:gdLst/>
            <a:ahLst/>
            <a:cxnLst/>
            <a:rect l="l" t="t" r="r" b="b"/>
            <a:pathLst>
              <a:path w="2977619" h="4114800">
                <a:moveTo>
                  <a:pt x="0" y="0"/>
                </a:moveTo>
                <a:lnTo>
                  <a:pt x="2977619" y="0"/>
                </a:lnTo>
                <a:lnTo>
                  <a:pt x="297761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3281092" y="1002032"/>
            <a:ext cx="13741709" cy="1454843"/>
          </a:xfrm>
          <a:prstGeom prst="rect">
            <a:avLst/>
          </a:prstGeom>
        </p:spPr>
        <p:txBody>
          <a:bodyPr lIns="0" tIns="0" rIns="0" bIns="0" rtlCol="0" anchor="t">
            <a:spAutoFit/>
          </a:bodyPr>
          <a:lstStyle/>
          <a:p>
            <a:pPr algn="ctr">
              <a:lnSpc>
                <a:spcPts val="11686"/>
              </a:lnSpc>
            </a:pPr>
            <a:r>
              <a:rPr lang="en-US" sz="8347" b="1">
                <a:solidFill>
                  <a:srgbClr val="337271"/>
                </a:solidFill>
                <a:latin typeface="Times New Roman Bold"/>
                <a:ea typeface="Times New Roman Bold"/>
                <a:cs typeface="Times New Roman Bold"/>
                <a:sym typeface="Times New Roman Bold"/>
              </a:rPr>
              <a:t>Системийн зорилго</a:t>
            </a:r>
          </a:p>
        </p:txBody>
      </p:sp>
      <p:sp>
        <p:nvSpPr>
          <p:cNvPr id="6" name="TextBox 6"/>
          <p:cNvSpPr txBox="1"/>
          <p:nvPr/>
        </p:nvSpPr>
        <p:spPr>
          <a:xfrm>
            <a:off x="1974976" y="3044619"/>
            <a:ext cx="14338047" cy="3043556"/>
          </a:xfrm>
          <a:prstGeom prst="rect">
            <a:avLst/>
          </a:prstGeom>
        </p:spPr>
        <p:txBody>
          <a:bodyPr lIns="0" tIns="0" rIns="0" bIns="0" rtlCol="0" anchor="t">
            <a:spAutoFit/>
          </a:bodyPr>
          <a:lstStyle/>
          <a:p>
            <a:pPr algn="just">
              <a:lnSpc>
                <a:spcPts val="6019"/>
              </a:lnSpc>
            </a:pPr>
            <a:r>
              <a:rPr lang="en-US" sz="4299">
                <a:solidFill>
                  <a:srgbClr val="337271"/>
                </a:solidFill>
                <a:latin typeface="Times New Roman"/>
                <a:ea typeface="Times New Roman"/>
                <a:cs typeface="Times New Roman"/>
                <a:sym typeface="Times New Roman"/>
              </a:rPr>
              <a:t>Сурагч, багш, эцэг эхийн хоорондын харилцаа, мэдээллийн урсгалыг сайжруулах, сургалтын үйл явцыг ил тод, үр дүнтэй болгох вэб аппликейшн хөгжүүлэх зорилготой . </a:t>
            </a:r>
          </a:p>
          <a:p>
            <a:pPr algn="just">
              <a:lnSpc>
                <a:spcPts val="6019"/>
              </a:lnSpc>
            </a:pPr>
            <a:endParaRPr lang="en-US" sz="4299">
              <a:solidFill>
                <a:srgbClr val="33727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a:off x="4204644" y="4546594"/>
            <a:ext cx="4634336" cy="1193812"/>
            <a:chOff x="0" y="0"/>
            <a:chExt cx="1220566" cy="314420"/>
          </a:xfrm>
        </p:grpSpPr>
        <p:sp>
          <p:nvSpPr>
            <p:cNvPr id="4" name="Freeform 4"/>
            <p:cNvSpPr/>
            <p:nvPr/>
          </p:nvSpPr>
          <p:spPr>
            <a:xfrm>
              <a:off x="0" y="0"/>
              <a:ext cx="1220566" cy="314420"/>
            </a:xfrm>
            <a:custGeom>
              <a:avLst/>
              <a:gdLst/>
              <a:ahLst/>
              <a:cxnLst/>
              <a:rect l="l" t="t" r="r" b="b"/>
              <a:pathLst>
                <a:path w="1220566" h="314420">
                  <a:moveTo>
                    <a:pt x="0" y="0"/>
                  </a:moveTo>
                  <a:lnTo>
                    <a:pt x="1220566" y="0"/>
                  </a:lnTo>
                  <a:lnTo>
                    <a:pt x="1220566" y="314420"/>
                  </a:lnTo>
                  <a:lnTo>
                    <a:pt x="0" y="314420"/>
                  </a:lnTo>
                  <a:close/>
                </a:path>
              </a:pathLst>
            </a:custGeom>
            <a:solidFill>
              <a:srgbClr val="337271"/>
            </a:solidFill>
          </p:spPr>
        </p:sp>
        <p:sp>
          <p:nvSpPr>
            <p:cNvPr id="5" name="TextBox 5"/>
            <p:cNvSpPr txBox="1"/>
            <p:nvPr/>
          </p:nvSpPr>
          <p:spPr>
            <a:xfrm>
              <a:off x="0" y="-57150"/>
              <a:ext cx="1220566" cy="37157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754040" y="4546594"/>
            <a:ext cx="4634336" cy="1193812"/>
            <a:chOff x="0" y="0"/>
            <a:chExt cx="1220566" cy="314420"/>
          </a:xfrm>
        </p:grpSpPr>
        <p:sp>
          <p:nvSpPr>
            <p:cNvPr id="7" name="Freeform 7"/>
            <p:cNvSpPr/>
            <p:nvPr/>
          </p:nvSpPr>
          <p:spPr>
            <a:xfrm>
              <a:off x="0" y="0"/>
              <a:ext cx="1220566" cy="314420"/>
            </a:xfrm>
            <a:custGeom>
              <a:avLst/>
              <a:gdLst/>
              <a:ahLst/>
              <a:cxnLst/>
              <a:rect l="l" t="t" r="r" b="b"/>
              <a:pathLst>
                <a:path w="1220566" h="314420">
                  <a:moveTo>
                    <a:pt x="0" y="0"/>
                  </a:moveTo>
                  <a:lnTo>
                    <a:pt x="1220566" y="0"/>
                  </a:lnTo>
                  <a:lnTo>
                    <a:pt x="1220566" y="314420"/>
                  </a:lnTo>
                  <a:lnTo>
                    <a:pt x="0" y="314420"/>
                  </a:lnTo>
                  <a:close/>
                </a:path>
              </a:pathLst>
            </a:custGeom>
            <a:solidFill>
              <a:srgbClr val="337271"/>
            </a:solidFill>
          </p:spPr>
        </p:sp>
        <p:sp>
          <p:nvSpPr>
            <p:cNvPr id="8" name="TextBox 8"/>
            <p:cNvSpPr txBox="1"/>
            <p:nvPr/>
          </p:nvSpPr>
          <p:spPr>
            <a:xfrm>
              <a:off x="0" y="-57150"/>
              <a:ext cx="1220566" cy="37157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754040" y="6545547"/>
            <a:ext cx="4634336" cy="1193812"/>
            <a:chOff x="0" y="0"/>
            <a:chExt cx="1220566" cy="314420"/>
          </a:xfrm>
        </p:grpSpPr>
        <p:sp>
          <p:nvSpPr>
            <p:cNvPr id="10" name="Freeform 10"/>
            <p:cNvSpPr/>
            <p:nvPr/>
          </p:nvSpPr>
          <p:spPr>
            <a:xfrm>
              <a:off x="0" y="0"/>
              <a:ext cx="1220566" cy="314420"/>
            </a:xfrm>
            <a:custGeom>
              <a:avLst/>
              <a:gdLst/>
              <a:ahLst/>
              <a:cxnLst/>
              <a:rect l="l" t="t" r="r" b="b"/>
              <a:pathLst>
                <a:path w="1220566" h="314420">
                  <a:moveTo>
                    <a:pt x="0" y="0"/>
                  </a:moveTo>
                  <a:lnTo>
                    <a:pt x="1220566" y="0"/>
                  </a:lnTo>
                  <a:lnTo>
                    <a:pt x="1220566" y="314420"/>
                  </a:lnTo>
                  <a:lnTo>
                    <a:pt x="0" y="314420"/>
                  </a:lnTo>
                  <a:close/>
                </a:path>
              </a:pathLst>
            </a:custGeom>
            <a:solidFill>
              <a:srgbClr val="337271"/>
            </a:solidFill>
          </p:spPr>
        </p:sp>
        <p:sp>
          <p:nvSpPr>
            <p:cNvPr id="11" name="TextBox 11"/>
            <p:cNvSpPr txBox="1"/>
            <p:nvPr/>
          </p:nvSpPr>
          <p:spPr>
            <a:xfrm>
              <a:off x="0" y="-57150"/>
              <a:ext cx="1220566" cy="37157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4204644" y="6545547"/>
            <a:ext cx="4634336" cy="1193812"/>
            <a:chOff x="0" y="0"/>
            <a:chExt cx="1220566" cy="314420"/>
          </a:xfrm>
        </p:grpSpPr>
        <p:sp>
          <p:nvSpPr>
            <p:cNvPr id="13" name="Freeform 13"/>
            <p:cNvSpPr/>
            <p:nvPr/>
          </p:nvSpPr>
          <p:spPr>
            <a:xfrm>
              <a:off x="0" y="0"/>
              <a:ext cx="1220566" cy="314420"/>
            </a:xfrm>
            <a:custGeom>
              <a:avLst/>
              <a:gdLst/>
              <a:ahLst/>
              <a:cxnLst/>
              <a:rect l="l" t="t" r="r" b="b"/>
              <a:pathLst>
                <a:path w="1220566" h="314420">
                  <a:moveTo>
                    <a:pt x="0" y="0"/>
                  </a:moveTo>
                  <a:lnTo>
                    <a:pt x="1220566" y="0"/>
                  </a:lnTo>
                  <a:lnTo>
                    <a:pt x="1220566" y="314420"/>
                  </a:lnTo>
                  <a:lnTo>
                    <a:pt x="0" y="314420"/>
                  </a:lnTo>
                  <a:close/>
                </a:path>
              </a:pathLst>
            </a:custGeom>
            <a:solidFill>
              <a:srgbClr val="337271"/>
            </a:solidFill>
          </p:spPr>
        </p:sp>
        <p:sp>
          <p:nvSpPr>
            <p:cNvPr id="14" name="TextBox 14"/>
            <p:cNvSpPr txBox="1"/>
            <p:nvPr/>
          </p:nvSpPr>
          <p:spPr>
            <a:xfrm>
              <a:off x="0" y="-57150"/>
              <a:ext cx="1220566" cy="371570"/>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flipH="1">
            <a:off x="15690050" y="7739359"/>
            <a:ext cx="3551363" cy="1646945"/>
          </a:xfrm>
          <a:custGeom>
            <a:avLst/>
            <a:gdLst/>
            <a:ahLst/>
            <a:cxnLst/>
            <a:rect l="l" t="t" r="r" b="b"/>
            <a:pathLst>
              <a:path w="3551363" h="1646945">
                <a:moveTo>
                  <a:pt x="3551363" y="0"/>
                </a:moveTo>
                <a:lnTo>
                  <a:pt x="0" y="0"/>
                </a:lnTo>
                <a:lnTo>
                  <a:pt x="0" y="1646944"/>
                </a:lnTo>
                <a:lnTo>
                  <a:pt x="3551363" y="1646944"/>
                </a:lnTo>
                <a:lnTo>
                  <a:pt x="355136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TextBox 16"/>
          <p:cNvSpPr txBox="1"/>
          <p:nvPr/>
        </p:nvSpPr>
        <p:spPr>
          <a:xfrm>
            <a:off x="4796206" y="2328566"/>
            <a:ext cx="8695587" cy="1590673"/>
          </a:xfrm>
          <a:prstGeom prst="rect">
            <a:avLst/>
          </a:prstGeom>
        </p:spPr>
        <p:txBody>
          <a:bodyPr lIns="0" tIns="0" rIns="0" bIns="0" rtlCol="0" anchor="t">
            <a:spAutoFit/>
          </a:bodyPr>
          <a:lstStyle/>
          <a:p>
            <a:pPr algn="ctr">
              <a:lnSpc>
                <a:spcPts val="12600"/>
              </a:lnSpc>
            </a:pPr>
            <a:r>
              <a:rPr lang="en-US" sz="9000">
                <a:solidFill>
                  <a:srgbClr val="337271"/>
                </a:solidFill>
                <a:latin typeface="Times New Roman"/>
                <a:ea typeface="Times New Roman"/>
                <a:cs typeface="Times New Roman"/>
                <a:sym typeface="Times New Roman"/>
              </a:rPr>
              <a:t>Хамрах хүрээ</a:t>
            </a:r>
          </a:p>
        </p:txBody>
      </p:sp>
      <p:sp>
        <p:nvSpPr>
          <p:cNvPr id="17" name="TextBox 17"/>
          <p:cNvSpPr txBox="1"/>
          <p:nvPr/>
        </p:nvSpPr>
        <p:spPr>
          <a:xfrm>
            <a:off x="4461967" y="4630738"/>
            <a:ext cx="4119690" cy="892175"/>
          </a:xfrm>
          <a:prstGeom prst="rect">
            <a:avLst/>
          </a:prstGeom>
        </p:spPr>
        <p:txBody>
          <a:bodyPr lIns="0" tIns="0" rIns="0" bIns="0" rtlCol="0" anchor="t">
            <a:spAutoFit/>
          </a:bodyPr>
          <a:lstStyle/>
          <a:p>
            <a:pPr algn="ctr">
              <a:lnSpc>
                <a:spcPts val="7000"/>
              </a:lnSpc>
            </a:pPr>
            <a:r>
              <a:rPr lang="en-US" sz="5000">
                <a:solidFill>
                  <a:srgbClr val="FFFFFF"/>
                </a:solidFill>
                <a:latin typeface="Times New Roman"/>
                <a:ea typeface="Times New Roman"/>
                <a:cs typeface="Times New Roman"/>
                <a:sym typeface="Times New Roman"/>
              </a:rPr>
              <a:t>Админ</a:t>
            </a:r>
          </a:p>
        </p:txBody>
      </p:sp>
      <p:sp>
        <p:nvSpPr>
          <p:cNvPr id="18" name="TextBox 18"/>
          <p:cNvSpPr txBox="1"/>
          <p:nvPr/>
        </p:nvSpPr>
        <p:spPr>
          <a:xfrm>
            <a:off x="10011363" y="4721504"/>
            <a:ext cx="4119690" cy="892175"/>
          </a:xfrm>
          <a:prstGeom prst="rect">
            <a:avLst/>
          </a:prstGeom>
        </p:spPr>
        <p:txBody>
          <a:bodyPr lIns="0" tIns="0" rIns="0" bIns="0" rtlCol="0" anchor="t">
            <a:spAutoFit/>
          </a:bodyPr>
          <a:lstStyle/>
          <a:p>
            <a:pPr algn="ctr">
              <a:lnSpc>
                <a:spcPts val="7000"/>
              </a:lnSpc>
            </a:pPr>
            <a:r>
              <a:rPr lang="en-US" sz="5000">
                <a:solidFill>
                  <a:srgbClr val="FFFFFF"/>
                </a:solidFill>
                <a:latin typeface="Times New Roman"/>
                <a:ea typeface="Times New Roman"/>
                <a:cs typeface="Times New Roman"/>
                <a:sym typeface="Times New Roman"/>
              </a:rPr>
              <a:t>Багш</a:t>
            </a:r>
          </a:p>
        </p:txBody>
      </p:sp>
      <p:sp>
        <p:nvSpPr>
          <p:cNvPr id="19" name="TextBox 19"/>
          <p:cNvSpPr txBox="1"/>
          <p:nvPr/>
        </p:nvSpPr>
        <p:spPr>
          <a:xfrm>
            <a:off x="10011363" y="6631272"/>
            <a:ext cx="4119690" cy="892175"/>
          </a:xfrm>
          <a:prstGeom prst="rect">
            <a:avLst/>
          </a:prstGeom>
        </p:spPr>
        <p:txBody>
          <a:bodyPr lIns="0" tIns="0" rIns="0" bIns="0" rtlCol="0" anchor="t">
            <a:spAutoFit/>
          </a:bodyPr>
          <a:lstStyle/>
          <a:p>
            <a:pPr algn="ctr">
              <a:lnSpc>
                <a:spcPts val="7000"/>
              </a:lnSpc>
            </a:pPr>
            <a:r>
              <a:rPr lang="en-US" sz="5000">
                <a:solidFill>
                  <a:srgbClr val="FFFFFF"/>
                </a:solidFill>
                <a:latin typeface="Times New Roman"/>
                <a:ea typeface="Times New Roman"/>
                <a:cs typeface="Times New Roman"/>
                <a:sym typeface="Times New Roman"/>
              </a:rPr>
              <a:t>Оюутан</a:t>
            </a:r>
          </a:p>
        </p:txBody>
      </p:sp>
      <p:sp>
        <p:nvSpPr>
          <p:cNvPr id="20" name="TextBox 20"/>
          <p:cNvSpPr txBox="1"/>
          <p:nvPr/>
        </p:nvSpPr>
        <p:spPr>
          <a:xfrm>
            <a:off x="4376242" y="6629691"/>
            <a:ext cx="4119690" cy="892175"/>
          </a:xfrm>
          <a:prstGeom prst="rect">
            <a:avLst/>
          </a:prstGeom>
        </p:spPr>
        <p:txBody>
          <a:bodyPr lIns="0" tIns="0" rIns="0" bIns="0" rtlCol="0" anchor="t">
            <a:spAutoFit/>
          </a:bodyPr>
          <a:lstStyle/>
          <a:p>
            <a:pPr algn="ctr">
              <a:lnSpc>
                <a:spcPts val="7000"/>
              </a:lnSpc>
            </a:pPr>
            <a:r>
              <a:rPr lang="en-US" sz="5000">
                <a:solidFill>
                  <a:srgbClr val="FFFFFF"/>
                </a:solidFill>
                <a:latin typeface="Times New Roman"/>
                <a:ea typeface="Times New Roman"/>
                <a:cs typeface="Times New Roman"/>
                <a:sym typeface="Times New Roman"/>
              </a:rPr>
              <a:t>Эцэг, эх</a:t>
            </a:r>
          </a:p>
        </p:txBody>
      </p:sp>
      <p:sp>
        <p:nvSpPr>
          <p:cNvPr id="21" name="Freeform 21"/>
          <p:cNvSpPr/>
          <p:nvPr/>
        </p:nvSpPr>
        <p:spPr>
          <a:xfrm>
            <a:off x="-746982" y="1028700"/>
            <a:ext cx="3551363" cy="1646945"/>
          </a:xfrm>
          <a:custGeom>
            <a:avLst/>
            <a:gdLst/>
            <a:ahLst/>
            <a:cxnLst/>
            <a:rect l="l" t="t" r="r" b="b"/>
            <a:pathLst>
              <a:path w="3551363" h="1646945">
                <a:moveTo>
                  <a:pt x="0" y="0"/>
                </a:moveTo>
                <a:lnTo>
                  <a:pt x="3551364" y="0"/>
                </a:lnTo>
                <a:lnTo>
                  <a:pt x="3551364" y="1646945"/>
                </a:lnTo>
                <a:lnTo>
                  <a:pt x="0" y="16469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a:off x="2157532" y="3133640"/>
            <a:ext cx="6698651" cy="5794437"/>
            <a:chOff x="0" y="0"/>
            <a:chExt cx="1764254" cy="1526107"/>
          </a:xfrm>
        </p:grpSpPr>
        <p:sp>
          <p:nvSpPr>
            <p:cNvPr id="4" name="Freeform 4"/>
            <p:cNvSpPr/>
            <p:nvPr/>
          </p:nvSpPr>
          <p:spPr>
            <a:xfrm>
              <a:off x="0" y="0"/>
              <a:ext cx="1764254" cy="1526107"/>
            </a:xfrm>
            <a:custGeom>
              <a:avLst/>
              <a:gdLst/>
              <a:ahLst/>
              <a:cxnLst/>
              <a:rect l="l" t="t" r="r" b="b"/>
              <a:pathLst>
                <a:path w="1764254" h="1526107">
                  <a:moveTo>
                    <a:pt x="0" y="0"/>
                  </a:moveTo>
                  <a:lnTo>
                    <a:pt x="1764254" y="0"/>
                  </a:lnTo>
                  <a:lnTo>
                    <a:pt x="1764254" y="1526107"/>
                  </a:lnTo>
                  <a:lnTo>
                    <a:pt x="0" y="1526107"/>
                  </a:lnTo>
                  <a:close/>
                </a:path>
              </a:pathLst>
            </a:custGeom>
            <a:solidFill>
              <a:srgbClr val="337271"/>
            </a:solidFill>
          </p:spPr>
        </p:sp>
        <p:sp>
          <p:nvSpPr>
            <p:cNvPr id="5" name="TextBox 5"/>
            <p:cNvSpPr txBox="1"/>
            <p:nvPr/>
          </p:nvSpPr>
          <p:spPr>
            <a:xfrm>
              <a:off x="0" y="-57150"/>
              <a:ext cx="1764254" cy="1583257"/>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220024" y="1164491"/>
            <a:ext cx="10682097" cy="1196399"/>
          </a:xfrm>
          <a:prstGeom prst="rect">
            <a:avLst/>
          </a:prstGeom>
        </p:spPr>
        <p:txBody>
          <a:bodyPr lIns="0" tIns="0" rIns="0" bIns="0" rtlCol="0" anchor="t">
            <a:spAutoFit/>
          </a:bodyPr>
          <a:lstStyle/>
          <a:p>
            <a:pPr algn="ctr">
              <a:lnSpc>
                <a:spcPts val="9415"/>
              </a:lnSpc>
            </a:pPr>
            <a:r>
              <a:rPr lang="en-US" sz="6725">
                <a:solidFill>
                  <a:srgbClr val="337271"/>
                </a:solidFill>
                <a:latin typeface="Times New Roman"/>
                <a:ea typeface="Times New Roman"/>
                <a:cs typeface="Times New Roman"/>
                <a:sym typeface="Times New Roman"/>
              </a:rPr>
              <a:t>Хэрэглэгчийн шаардлага</a:t>
            </a:r>
          </a:p>
        </p:txBody>
      </p:sp>
      <p:sp>
        <p:nvSpPr>
          <p:cNvPr id="7" name="TextBox 7"/>
          <p:cNvSpPr txBox="1"/>
          <p:nvPr/>
        </p:nvSpPr>
        <p:spPr>
          <a:xfrm>
            <a:off x="2408232" y="4241747"/>
            <a:ext cx="6152841" cy="4606083"/>
          </a:xfrm>
          <a:prstGeom prst="rect">
            <a:avLst/>
          </a:prstGeom>
        </p:spPr>
        <p:txBody>
          <a:bodyPr lIns="0" tIns="0" rIns="0" bIns="0" rtlCol="0" anchor="t">
            <a:spAutoFit/>
          </a:bodyPr>
          <a:lstStyle/>
          <a:p>
            <a:pPr algn="just">
              <a:lnSpc>
                <a:spcPts val="3371"/>
              </a:lnSpc>
            </a:pPr>
            <a:r>
              <a:rPr lang="en-US" sz="2408" b="1" dirty="0" err="1">
                <a:solidFill>
                  <a:srgbClr val="FFFFFF"/>
                </a:solidFill>
                <a:latin typeface="Times New Roman Bold"/>
                <a:ea typeface="Times New Roman Bold"/>
                <a:cs typeface="Times New Roman Bold"/>
                <a:sym typeface="Times New Roman Bold"/>
              </a:rPr>
              <a:t>Админ</a:t>
            </a:r>
            <a:endParaRPr lang="en-US" sz="2408" b="1" dirty="0">
              <a:solidFill>
                <a:srgbClr val="FFFFFF"/>
              </a:solidFill>
              <a:latin typeface="Times New Roman Bold"/>
              <a:ea typeface="Times New Roman Bold"/>
              <a:cs typeface="Times New Roman Bold"/>
              <a:sym typeface="Times New Roman Bold"/>
            </a:endParaRPr>
          </a:p>
          <a:p>
            <a:pPr algn="just">
              <a:lnSpc>
                <a:spcPts val="3371"/>
              </a:lnSpc>
            </a:pPr>
            <a:r>
              <a:rPr lang="en-US" sz="2408" dirty="0" err="1">
                <a:solidFill>
                  <a:srgbClr val="FFFFFF"/>
                </a:solidFill>
                <a:latin typeface="Times New Roman"/>
                <a:ea typeface="Times New Roman"/>
                <a:cs typeface="Times New Roman"/>
                <a:sym typeface="Times New Roman"/>
              </a:rPr>
              <a:t>Өөрийн</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нэр</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нууц</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үгээр</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системд</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нэвтэрнэ</a:t>
            </a:r>
            <a:r>
              <a:rPr lang="en-US" sz="2408" dirty="0">
                <a:solidFill>
                  <a:srgbClr val="FFFFFF"/>
                </a:solidFill>
                <a:latin typeface="Times New Roman"/>
                <a:ea typeface="Times New Roman"/>
                <a:cs typeface="Times New Roman"/>
                <a:sym typeface="Times New Roman"/>
              </a:rPr>
              <a:t>.</a:t>
            </a:r>
          </a:p>
          <a:p>
            <a:pPr algn="just">
              <a:lnSpc>
                <a:spcPts val="3371"/>
              </a:lnSpc>
            </a:pPr>
            <a:r>
              <a:rPr lang="en-US" sz="2408" dirty="0" err="1">
                <a:solidFill>
                  <a:srgbClr val="FFFFFF"/>
                </a:solidFill>
                <a:latin typeface="Times New Roman"/>
                <a:ea typeface="Times New Roman"/>
                <a:cs typeface="Times New Roman"/>
                <a:sym typeface="Times New Roman"/>
              </a:rPr>
              <a:t>Системд</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оруулсан</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мэдээллийг</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хянаж</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засах</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устгах</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боломжтой</a:t>
            </a:r>
            <a:r>
              <a:rPr lang="en-US" sz="2408" dirty="0">
                <a:solidFill>
                  <a:srgbClr val="FFFFFF"/>
                </a:solidFill>
                <a:latin typeface="Times New Roman"/>
                <a:ea typeface="Times New Roman"/>
                <a:cs typeface="Times New Roman"/>
                <a:sym typeface="Times New Roman"/>
              </a:rPr>
              <a:t>.</a:t>
            </a:r>
          </a:p>
          <a:p>
            <a:pPr algn="just">
              <a:lnSpc>
                <a:spcPts val="3371"/>
              </a:lnSpc>
            </a:pPr>
            <a:r>
              <a:rPr lang="en-US" sz="2408" dirty="0">
                <a:solidFill>
                  <a:srgbClr val="FFFFFF"/>
                </a:solidFill>
                <a:latin typeface="Times New Roman"/>
                <a:ea typeface="Times New Roman"/>
                <a:cs typeface="Times New Roman"/>
                <a:sym typeface="Times New Roman"/>
              </a:rPr>
              <a:t> </a:t>
            </a:r>
            <a:r>
              <a:rPr lang="en-US" sz="2408" b="1" dirty="0" err="1">
                <a:solidFill>
                  <a:srgbClr val="FFFFFF"/>
                </a:solidFill>
                <a:latin typeface="Times New Roman Bold"/>
                <a:ea typeface="Times New Roman Bold"/>
                <a:cs typeface="Times New Roman Bold"/>
                <a:sym typeface="Times New Roman Bold"/>
              </a:rPr>
              <a:t>Хэрэглэгч</a:t>
            </a:r>
            <a:endParaRPr lang="en-US" sz="2408" b="1" dirty="0">
              <a:solidFill>
                <a:srgbClr val="FFFFFF"/>
              </a:solidFill>
              <a:latin typeface="Times New Roman Bold"/>
              <a:ea typeface="Times New Roman Bold"/>
              <a:cs typeface="Times New Roman Bold"/>
              <a:sym typeface="Times New Roman Bold"/>
            </a:endParaRPr>
          </a:p>
          <a:p>
            <a:pPr algn="just">
              <a:lnSpc>
                <a:spcPts val="3371"/>
              </a:lnSpc>
            </a:pPr>
            <a:r>
              <a:rPr lang="en-US" sz="2408" dirty="0" err="1">
                <a:solidFill>
                  <a:srgbClr val="FFFFFF"/>
                </a:solidFill>
                <a:latin typeface="Times New Roman"/>
                <a:ea typeface="Times New Roman"/>
                <a:cs typeface="Times New Roman"/>
                <a:sym typeface="Times New Roman"/>
              </a:rPr>
              <a:t>Систем</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нь</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ашиглахад</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хялбар</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ойлгомжтой</a:t>
            </a:r>
            <a:r>
              <a:rPr lang="en-US" sz="2408" dirty="0">
                <a:solidFill>
                  <a:srgbClr val="FFFFFF"/>
                </a:solidFill>
                <a:latin typeface="Times New Roman"/>
                <a:ea typeface="Times New Roman"/>
                <a:cs typeface="Times New Roman"/>
                <a:sym typeface="Times New Roman"/>
              </a:rPr>
              <a:t>.</a:t>
            </a:r>
          </a:p>
          <a:p>
            <a:pPr algn="just">
              <a:lnSpc>
                <a:spcPts val="3371"/>
              </a:lnSpc>
            </a:pPr>
            <a:r>
              <a:rPr lang="en-US" sz="2408" dirty="0" err="1">
                <a:solidFill>
                  <a:srgbClr val="FFFFFF"/>
                </a:solidFill>
                <a:latin typeface="Times New Roman"/>
                <a:ea typeface="Times New Roman"/>
                <a:cs typeface="Times New Roman"/>
                <a:sym typeface="Times New Roman"/>
              </a:rPr>
              <a:t>Хэрэглэгчийн</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анхаарлыг</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татахуйц</a:t>
            </a:r>
            <a:r>
              <a:rPr lang="en-US" sz="2408" dirty="0">
                <a:solidFill>
                  <a:srgbClr val="FFFFFF"/>
                </a:solidFill>
                <a:latin typeface="Times New Roman"/>
                <a:ea typeface="Times New Roman"/>
                <a:cs typeface="Times New Roman"/>
                <a:sym typeface="Times New Roman"/>
              </a:rPr>
              <a:t>.</a:t>
            </a:r>
          </a:p>
          <a:p>
            <a:pPr algn="just">
              <a:lnSpc>
                <a:spcPts val="3371"/>
              </a:lnSpc>
            </a:pPr>
            <a:r>
              <a:rPr lang="en-US" sz="2408" dirty="0" err="1">
                <a:solidFill>
                  <a:srgbClr val="FFFFFF"/>
                </a:solidFill>
                <a:latin typeface="Times New Roman"/>
                <a:ea typeface="Times New Roman"/>
                <a:cs typeface="Times New Roman"/>
                <a:sym typeface="Times New Roman"/>
              </a:rPr>
              <a:t>Мэдээллийг</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түргэн</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шуурхай</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бүртгэх</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засах</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хянах</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боломжтой</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байх</a:t>
            </a:r>
            <a:r>
              <a:rPr lang="en-US" sz="2408" dirty="0">
                <a:solidFill>
                  <a:srgbClr val="FFFFFF"/>
                </a:solidFill>
                <a:latin typeface="Times New Roman"/>
                <a:ea typeface="Times New Roman"/>
                <a:cs typeface="Times New Roman"/>
                <a:sym typeface="Times New Roman"/>
              </a:rPr>
              <a:t>.</a:t>
            </a:r>
          </a:p>
          <a:p>
            <a:pPr algn="just">
              <a:lnSpc>
                <a:spcPts val="3371"/>
              </a:lnSpc>
            </a:pPr>
            <a:r>
              <a:rPr lang="en-US" sz="2408" dirty="0" err="1">
                <a:solidFill>
                  <a:srgbClr val="FFFFFF"/>
                </a:solidFill>
                <a:latin typeface="Times New Roman"/>
                <a:ea typeface="Times New Roman"/>
                <a:cs typeface="Times New Roman"/>
                <a:sym typeface="Times New Roman"/>
              </a:rPr>
              <a:t>Алдаагүй</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ажилладаг</a:t>
            </a:r>
            <a:r>
              <a:rPr lang="en-US" sz="2408" dirty="0">
                <a:solidFill>
                  <a:srgbClr val="FFFFFF"/>
                </a:solidFill>
                <a:latin typeface="Times New Roman"/>
                <a:ea typeface="Times New Roman"/>
                <a:cs typeface="Times New Roman"/>
                <a:sym typeface="Times New Roman"/>
              </a:rPr>
              <a:t> </a:t>
            </a:r>
            <a:r>
              <a:rPr lang="en-US" sz="2408" dirty="0" err="1">
                <a:solidFill>
                  <a:srgbClr val="FFFFFF"/>
                </a:solidFill>
                <a:latin typeface="Times New Roman"/>
                <a:ea typeface="Times New Roman"/>
                <a:cs typeface="Times New Roman"/>
                <a:sym typeface="Times New Roman"/>
              </a:rPr>
              <a:t>байх</a:t>
            </a:r>
            <a:r>
              <a:rPr lang="en-US" sz="2408" dirty="0">
                <a:solidFill>
                  <a:srgbClr val="FFFFFF"/>
                </a:solidFill>
                <a:latin typeface="Times New Roman"/>
                <a:ea typeface="Times New Roman"/>
                <a:cs typeface="Times New Roman"/>
                <a:sym typeface="Times New Roman"/>
              </a:rPr>
              <a:t>.</a:t>
            </a:r>
          </a:p>
          <a:p>
            <a:pPr algn="just">
              <a:lnSpc>
                <a:spcPts val="3371"/>
              </a:lnSpc>
            </a:pPr>
            <a:endParaRPr lang="en-US" sz="2408" dirty="0">
              <a:solidFill>
                <a:srgbClr val="FFFFFF"/>
              </a:solidFill>
              <a:latin typeface="Times New Roman"/>
              <a:ea typeface="Times New Roman"/>
              <a:cs typeface="Times New Roman"/>
              <a:sym typeface="Times New Roman"/>
            </a:endParaRPr>
          </a:p>
        </p:txBody>
      </p:sp>
      <p:sp>
        <p:nvSpPr>
          <p:cNvPr id="8" name="TextBox 8"/>
          <p:cNvSpPr txBox="1"/>
          <p:nvPr/>
        </p:nvSpPr>
        <p:spPr>
          <a:xfrm>
            <a:off x="2715240" y="3382069"/>
            <a:ext cx="5583234" cy="675004"/>
          </a:xfrm>
          <a:prstGeom prst="rect">
            <a:avLst/>
          </a:prstGeom>
        </p:spPr>
        <p:txBody>
          <a:bodyPr lIns="0" tIns="0" rIns="0" bIns="0" rtlCol="0" anchor="t">
            <a:spAutoFit/>
          </a:bodyPr>
          <a:lstStyle/>
          <a:p>
            <a:pPr algn="ctr">
              <a:lnSpc>
                <a:spcPts val="5320"/>
              </a:lnSpc>
            </a:pPr>
            <a:r>
              <a:rPr lang="en-US" sz="3800" b="1" dirty="0" err="1">
                <a:solidFill>
                  <a:srgbClr val="FFFFFF"/>
                </a:solidFill>
                <a:latin typeface="Times New Roman Bold"/>
                <a:ea typeface="Times New Roman Bold"/>
                <a:cs typeface="Times New Roman Bold"/>
                <a:sym typeface="Times New Roman Bold"/>
              </a:rPr>
              <a:t>Функциональ</a:t>
            </a:r>
            <a:r>
              <a:rPr lang="en-US" sz="3800" b="1" dirty="0">
                <a:solidFill>
                  <a:srgbClr val="FFFFFF"/>
                </a:solidFill>
                <a:latin typeface="Times New Roman Bold"/>
                <a:ea typeface="Times New Roman Bold"/>
                <a:cs typeface="Times New Roman Bold"/>
                <a:sym typeface="Times New Roman Bold"/>
              </a:rPr>
              <a:t> </a:t>
            </a:r>
            <a:r>
              <a:rPr lang="en-US" sz="3800" b="1" dirty="0" err="1">
                <a:solidFill>
                  <a:srgbClr val="FFFFFF"/>
                </a:solidFill>
                <a:latin typeface="Times New Roman Bold"/>
                <a:ea typeface="Times New Roman Bold"/>
                <a:cs typeface="Times New Roman Bold"/>
                <a:sym typeface="Times New Roman Bold"/>
              </a:rPr>
              <a:t>шаардлага</a:t>
            </a:r>
            <a:r>
              <a:rPr lang="en-US" sz="3800" b="1" dirty="0">
                <a:solidFill>
                  <a:srgbClr val="FFFFFF"/>
                </a:solidFill>
                <a:latin typeface="Times New Roman Bold"/>
                <a:ea typeface="Times New Roman Bold"/>
                <a:cs typeface="Times New Roman Bold"/>
                <a:sym typeface="Times New Roman Bold"/>
              </a:rPr>
              <a:t> </a:t>
            </a:r>
          </a:p>
        </p:txBody>
      </p:sp>
      <p:grpSp>
        <p:nvGrpSpPr>
          <p:cNvPr id="9" name="Group 9"/>
          <p:cNvGrpSpPr/>
          <p:nvPr/>
        </p:nvGrpSpPr>
        <p:grpSpPr>
          <a:xfrm>
            <a:off x="9431817" y="3133640"/>
            <a:ext cx="6698651" cy="5794437"/>
            <a:chOff x="0" y="0"/>
            <a:chExt cx="1764254" cy="1526107"/>
          </a:xfrm>
        </p:grpSpPr>
        <p:sp>
          <p:nvSpPr>
            <p:cNvPr id="10" name="Freeform 10"/>
            <p:cNvSpPr/>
            <p:nvPr/>
          </p:nvSpPr>
          <p:spPr>
            <a:xfrm>
              <a:off x="0" y="0"/>
              <a:ext cx="1764254" cy="1526107"/>
            </a:xfrm>
            <a:custGeom>
              <a:avLst/>
              <a:gdLst/>
              <a:ahLst/>
              <a:cxnLst/>
              <a:rect l="l" t="t" r="r" b="b"/>
              <a:pathLst>
                <a:path w="1764254" h="1526107">
                  <a:moveTo>
                    <a:pt x="0" y="0"/>
                  </a:moveTo>
                  <a:lnTo>
                    <a:pt x="1764254" y="0"/>
                  </a:lnTo>
                  <a:lnTo>
                    <a:pt x="1764254" y="1526107"/>
                  </a:lnTo>
                  <a:lnTo>
                    <a:pt x="0" y="1526107"/>
                  </a:lnTo>
                  <a:close/>
                </a:path>
              </a:pathLst>
            </a:custGeom>
            <a:solidFill>
              <a:srgbClr val="337271"/>
            </a:solidFill>
          </p:spPr>
        </p:sp>
        <p:sp>
          <p:nvSpPr>
            <p:cNvPr id="11" name="TextBox 11"/>
            <p:cNvSpPr txBox="1"/>
            <p:nvPr/>
          </p:nvSpPr>
          <p:spPr>
            <a:xfrm>
              <a:off x="0" y="-57150"/>
              <a:ext cx="1764254" cy="1583257"/>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9947378" y="4463488"/>
            <a:ext cx="5788146" cy="3862096"/>
          </a:xfrm>
          <a:prstGeom prst="rect">
            <a:avLst/>
          </a:prstGeom>
        </p:spPr>
        <p:txBody>
          <a:bodyPr lIns="0" tIns="0" rIns="0" bIns="0" rtlCol="0" anchor="t">
            <a:spAutoFit/>
          </a:bodyPr>
          <a:lstStyle/>
          <a:p>
            <a:pPr algn="l">
              <a:lnSpc>
                <a:spcPts val="3428"/>
              </a:lnSpc>
            </a:pPr>
            <a:r>
              <a:rPr lang="en-US" sz="2448" b="1" dirty="0" err="1">
                <a:solidFill>
                  <a:srgbClr val="FFFFFF"/>
                </a:solidFill>
                <a:latin typeface="Times New Roman Bold"/>
                <a:ea typeface="Times New Roman Bold"/>
                <a:cs typeface="Times New Roman Bold"/>
                <a:sym typeface="Times New Roman Bold"/>
              </a:rPr>
              <a:t>Хэрэглээ</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Ашиглахад</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хялбар</a:t>
            </a:r>
            <a:endParaRPr lang="en-US" sz="2448" dirty="0">
              <a:solidFill>
                <a:srgbClr val="FFFFFF"/>
              </a:solidFill>
              <a:latin typeface="Times New Roman"/>
              <a:ea typeface="Times New Roman"/>
              <a:cs typeface="Times New Roman"/>
              <a:sym typeface="Times New Roman"/>
            </a:endParaRPr>
          </a:p>
          <a:p>
            <a:pPr algn="l">
              <a:lnSpc>
                <a:spcPts val="3428"/>
              </a:lnSpc>
            </a:pPr>
            <a:r>
              <a:rPr lang="en-US" sz="2448" b="1" dirty="0" err="1">
                <a:solidFill>
                  <a:srgbClr val="FFFFFF"/>
                </a:solidFill>
                <a:latin typeface="Times New Roman Bold"/>
                <a:ea typeface="Times New Roman Bold"/>
                <a:cs typeface="Times New Roman Bold"/>
                <a:sym typeface="Times New Roman Bold"/>
              </a:rPr>
              <a:t>Найдвартай</a:t>
            </a:r>
            <a:r>
              <a:rPr lang="en-US" sz="2448" b="1" dirty="0">
                <a:solidFill>
                  <a:srgbClr val="FFFFFF"/>
                </a:solidFill>
                <a:latin typeface="Times New Roman Bold"/>
                <a:ea typeface="Times New Roman Bold"/>
                <a:cs typeface="Times New Roman Bold"/>
                <a:sym typeface="Times New Roman Bold"/>
              </a:rPr>
              <a:t> </a:t>
            </a:r>
            <a:r>
              <a:rPr lang="en-US" sz="2448" b="1" dirty="0" err="1">
                <a:solidFill>
                  <a:srgbClr val="FFFFFF"/>
                </a:solidFill>
                <a:latin typeface="Times New Roman Bold"/>
                <a:ea typeface="Times New Roman Bold"/>
                <a:cs typeface="Times New Roman Bold"/>
                <a:sym typeface="Times New Roman Bold"/>
              </a:rPr>
              <a:t>байдал</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Нууцлал</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хамгаалалт</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сайтай</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байх</a:t>
            </a:r>
            <a:endParaRPr lang="en-US" sz="2448" dirty="0">
              <a:solidFill>
                <a:srgbClr val="FFFFFF"/>
              </a:solidFill>
              <a:latin typeface="Times New Roman"/>
              <a:ea typeface="Times New Roman"/>
              <a:cs typeface="Times New Roman"/>
              <a:sym typeface="Times New Roman"/>
            </a:endParaRPr>
          </a:p>
          <a:p>
            <a:pPr algn="l">
              <a:lnSpc>
                <a:spcPts val="3428"/>
              </a:lnSpc>
            </a:pPr>
            <a:r>
              <a:rPr lang="en-US" sz="2448" b="1" dirty="0" err="1">
                <a:solidFill>
                  <a:srgbClr val="FFFFFF"/>
                </a:solidFill>
                <a:latin typeface="Times New Roman Bold"/>
                <a:ea typeface="Times New Roman Bold"/>
                <a:cs typeface="Times New Roman Bold"/>
                <a:sym typeface="Times New Roman Bold"/>
              </a:rPr>
              <a:t>Хурд</a:t>
            </a:r>
            <a:r>
              <a:rPr lang="en-US" sz="2448" dirty="0">
                <a:solidFill>
                  <a:srgbClr val="FFFFFF"/>
                </a:solidFill>
                <a:latin typeface="Times New Roman"/>
                <a:ea typeface="Times New Roman"/>
                <a:cs typeface="Times New Roman"/>
                <a:sym typeface="Times New Roman"/>
              </a:rPr>
              <a:t>, </a:t>
            </a:r>
            <a:r>
              <a:rPr lang="en-US" sz="2448" b="1" dirty="0" err="1">
                <a:solidFill>
                  <a:srgbClr val="FFFFFF"/>
                </a:solidFill>
                <a:latin typeface="Times New Roman Bold"/>
                <a:ea typeface="Times New Roman Bold"/>
                <a:cs typeface="Times New Roman Bold"/>
                <a:sym typeface="Times New Roman Bold"/>
              </a:rPr>
              <a:t>ажиллагаа</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Олон</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хэрэглэгч</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зэрэг</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хандах</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боломжтой</a:t>
            </a:r>
            <a:endParaRPr lang="en-US" sz="2448" dirty="0">
              <a:solidFill>
                <a:srgbClr val="FFFFFF"/>
              </a:solidFill>
              <a:latin typeface="Times New Roman"/>
              <a:ea typeface="Times New Roman"/>
              <a:cs typeface="Times New Roman"/>
              <a:sym typeface="Times New Roman"/>
            </a:endParaRPr>
          </a:p>
          <a:p>
            <a:pPr algn="l">
              <a:lnSpc>
                <a:spcPts val="3428"/>
              </a:lnSpc>
            </a:pPr>
            <a:r>
              <a:rPr lang="en-US" sz="2448" b="1" dirty="0" err="1">
                <a:solidFill>
                  <a:srgbClr val="FFFFFF"/>
                </a:solidFill>
                <a:latin typeface="Times New Roman Bold"/>
                <a:ea typeface="Times New Roman Bold"/>
                <a:cs typeface="Times New Roman Bold"/>
                <a:sym typeface="Times New Roman Bold"/>
              </a:rPr>
              <a:t>Дизайн</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Дэлгэцийн</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интерфейс</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хэрэглэгчийн</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сонирхолд</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нийцсэн</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сонголттой</a:t>
            </a:r>
            <a:r>
              <a:rPr lang="en-US" sz="2448" dirty="0">
                <a:solidFill>
                  <a:srgbClr val="FFFFFF"/>
                </a:solidFill>
                <a:latin typeface="Times New Roman"/>
                <a:ea typeface="Times New Roman"/>
                <a:cs typeface="Times New Roman"/>
                <a:sym typeface="Times New Roman"/>
              </a:rPr>
              <a:t> </a:t>
            </a:r>
            <a:r>
              <a:rPr lang="en-US" sz="2448" dirty="0" err="1">
                <a:solidFill>
                  <a:srgbClr val="FFFFFF"/>
                </a:solidFill>
                <a:latin typeface="Times New Roman"/>
                <a:ea typeface="Times New Roman"/>
                <a:cs typeface="Times New Roman"/>
                <a:sym typeface="Times New Roman"/>
              </a:rPr>
              <a:t>байх</a:t>
            </a:r>
            <a:r>
              <a:rPr lang="en-US" sz="2448" dirty="0">
                <a:solidFill>
                  <a:srgbClr val="FFFFFF"/>
                </a:solidFill>
                <a:latin typeface="Times New Roman"/>
                <a:ea typeface="Times New Roman"/>
                <a:cs typeface="Times New Roman"/>
                <a:sym typeface="Times New Roman"/>
              </a:rPr>
              <a:t> </a:t>
            </a:r>
          </a:p>
          <a:p>
            <a:pPr algn="ctr">
              <a:lnSpc>
                <a:spcPts val="3428"/>
              </a:lnSpc>
            </a:pPr>
            <a:endParaRPr lang="en-US" sz="2448" dirty="0">
              <a:solidFill>
                <a:srgbClr val="FFFFFF"/>
              </a:solidFill>
              <a:latin typeface="Times New Roman"/>
              <a:ea typeface="Times New Roman"/>
              <a:cs typeface="Times New Roman"/>
              <a:sym typeface="Times New Roman"/>
            </a:endParaRPr>
          </a:p>
        </p:txBody>
      </p:sp>
      <p:sp>
        <p:nvSpPr>
          <p:cNvPr id="13" name="TextBox 13"/>
          <p:cNvSpPr txBox="1"/>
          <p:nvPr/>
        </p:nvSpPr>
        <p:spPr>
          <a:xfrm>
            <a:off x="9511041" y="3415089"/>
            <a:ext cx="6619428" cy="641985"/>
          </a:xfrm>
          <a:prstGeom prst="rect">
            <a:avLst/>
          </a:prstGeom>
        </p:spPr>
        <p:txBody>
          <a:bodyPr lIns="0" tIns="0" rIns="0" bIns="0" rtlCol="0" anchor="t">
            <a:spAutoFit/>
          </a:bodyPr>
          <a:lstStyle/>
          <a:p>
            <a:pPr algn="ctr">
              <a:lnSpc>
                <a:spcPts val="5040"/>
              </a:lnSpc>
            </a:pPr>
            <a:r>
              <a:rPr lang="en-US" sz="3600" b="1" dirty="0" err="1">
                <a:solidFill>
                  <a:srgbClr val="FFFFFF"/>
                </a:solidFill>
                <a:latin typeface="Times New Roman Bold"/>
                <a:ea typeface="Times New Roman Bold"/>
                <a:cs typeface="Times New Roman Bold"/>
                <a:sym typeface="Times New Roman Bold"/>
              </a:rPr>
              <a:t>Функциональ</a:t>
            </a:r>
            <a:r>
              <a:rPr lang="en-US" sz="3600" b="1" dirty="0">
                <a:solidFill>
                  <a:srgbClr val="FFFFFF"/>
                </a:solidFill>
                <a:latin typeface="Times New Roman Bold"/>
                <a:ea typeface="Times New Roman Bold"/>
                <a:cs typeface="Times New Roman Bold"/>
                <a:sym typeface="Times New Roman Bold"/>
              </a:rPr>
              <a:t> </a:t>
            </a:r>
            <a:r>
              <a:rPr lang="en-US" sz="3600" b="1" dirty="0" err="1">
                <a:solidFill>
                  <a:srgbClr val="FFFFFF"/>
                </a:solidFill>
                <a:latin typeface="Times New Roman Bold"/>
                <a:ea typeface="Times New Roman Bold"/>
                <a:cs typeface="Times New Roman Bold"/>
                <a:sym typeface="Times New Roman Bold"/>
              </a:rPr>
              <a:t>бус</a:t>
            </a:r>
            <a:r>
              <a:rPr lang="en-US" sz="3600" b="1" dirty="0">
                <a:solidFill>
                  <a:srgbClr val="FFFFFF"/>
                </a:solidFill>
                <a:latin typeface="Times New Roman Bold"/>
                <a:ea typeface="Times New Roman Bold"/>
                <a:cs typeface="Times New Roman Bold"/>
                <a:sym typeface="Times New Roman Bold"/>
              </a:rPr>
              <a:t> </a:t>
            </a:r>
            <a:r>
              <a:rPr lang="en-US" sz="3600" b="1" dirty="0" err="1">
                <a:solidFill>
                  <a:srgbClr val="FFFFFF"/>
                </a:solidFill>
                <a:latin typeface="Times New Roman Bold"/>
                <a:ea typeface="Times New Roman Bold"/>
                <a:cs typeface="Times New Roman Bold"/>
                <a:sym typeface="Times New Roman Bold"/>
              </a:rPr>
              <a:t>шаардлага</a:t>
            </a:r>
            <a:r>
              <a:rPr lang="en-US" sz="3600" b="1" dirty="0">
                <a:solidFill>
                  <a:srgbClr val="FFFFFF"/>
                </a:solidFill>
                <a:latin typeface="Times New Roman Bold"/>
                <a:ea typeface="Times New Roman Bold"/>
                <a:cs typeface="Times New Roman Bold"/>
                <a:sym typeface="Times New Roman Bold"/>
              </a:rPr>
              <a:t> </a:t>
            </a:r>
          </a:p>
        </p:txBody>
      </p:sp>
      <p:sp>
        <p:nvSpPr>
          <p:cNvPr id="14" name="Freeform 14"/>
          <p:cNvSpPr/>
          <p:nvPr/>
        </p:nvSpPr>
        <p:spPr>
          <a:xfrm>
            <a:off x="15533991" y="6870677"/>
            <a:ext cx="2977619" cy="4114800"/>
          </a:xfrm>
          <a:custGeom>
            <a:avLst/>
            <a:gdLst/>
            <a:ahLst/>
            <a:cxnLst/>
            <a:rect l="l" t="t" r="r" b="b"/>
            <a:pathLst>
              <a:path w="2977619" h="4114800">
                <a:moveTo>
                  <a:pt x="0" y="0"/>
                </a:moveTo>
                <a:lnTo>
                  <a:pt x="2977619" y="0"/>
                </a:lnTo>
                <a:lnTo>
                  <a:pt x="29776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a:off x="-425143" y="-389831"/>
            <a:ext cx="2977619" cy="4114800"/>
          </a:xfrm>
          <a:custGeom>
            <a:avLst/>
            <a:gdLst/>
            <a:ahLst/>
            <a:cxnLst/>
            <a:rect l="l" t="t" r="r" b="b"/>
            <a:pathLst>
              <a:path w="2977619" h="4114800">
                <a:moveTo>
                  <a:pt x="0" y="0"/>
                </a:moveTo>
                <a:lnTo>
                  <a:pt x="2977619" y="0"/>
                </a:lnTo>
                <a:lnTo>
                  <a:pt x="29776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grpSp>
        <p:nvGrpSpPr>
          <p:cNvPr id="3" name="Group 3"/>
          <p:cNvGrpSpPr/>
          <p:nvPr/>
        </p:nvGrpSpPr>
        <p:grpSpPr>
          <a:xfrm>
            <a:off x="3512678" y="3614092"/>
            <a:ext cx="1393186" cy="1125001"/>
            <a:chOff x="0" y="0"/>
            <a:chExt cx="366930" cy="296297"/>
          </a:xfrm>
        </p:grpSpPr>
        <p:sp>
          <p:nvSpPr>
            <p:cNvPr id="4" name="Freeform 4"/>
            <p:cNvSpPr/>
            <p:nvPr/>
          </p:nvSpPr>
          <p:spPr>
            <a:xfrm>
              <a:off x="0" y="0"/>
              <a:ext cx="366930" cy="296297"/>
            </a:xfrm>
            <a:custGeom>
              <a:avLst/>
              <a:gdLst/>
              <a:ahLst/>
              <a:cxnLst/>
              <a:rect l="l" t="t" r="r" b="b"/>
              <a:pathLst>
                <a:path w="366930" h="296297">
                  <a:moveTo>
                    <a:pt x="0" y="0"/>
                  </a:moveTo>
                  <a:lnTo>
                    <a:pt x="366930" y="0"/>
                  </a:lnTo>
                  <a:lnTo>
                    <a:pt x="366930" y="296297"/>
                  </a:lnTo>
                  <a:lnTo>
                    <a:pt x="0" y="296297"/>
                  </a:lnTo>
                  <a:close/>
                </a:path>
              </a:pathLst>
            </a:custGeom>
            <a:solidFill>
              <a:srgbClr val="337271"/>
            </a:solidFill>
            <a:ln cap="sq">
              <a:noFill/>
              <a:prstDash val="solid"/>
              <a:miter/>
            </a:ln>
          </p:spPr>
        </p:sp>
        <p:sp>
          <p:nvSpPr>
            <p:cNvPr id="5" name="TextBox 5"/>
            <p:cNvSpPr txBox="1"/>
            <p:nvPr/>
          </p:nvSpPr>
          <p:spPr>
            <a:xfrm>
              <a:off x="0" y="-57150"/>
              <a:ext cx="366930" cy="353447"/>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2046771" y="4461140"/>
            <a:ext cx="4325000" cy="4118257"/>
            <a:chOff x="0" y="0"/>
            <a:chExt cx="1139095" cy="1084644"/>
          </a:xfrm>
        </p:grpSpPr>
        <p:sp>
          <p:nvSpPr>
            <p:cNvPr id="7" name="Freeform 7"/>
            <p:cNvSpPr/>
            <p:nvPr/>
          </p:nvSpPr>
          <p:spPr>
            <a:xfrm>
              <a:off x="0" y="0"/>
              <a:ext cx="1139095" cy="1084644"/>
            </a:xfrm>
            <a:custGeom>
              <a:avLst/>
              <a:gdLst/>
              <a:ahLst/>
              <a:cxnLst/>
              <a:rect l="l" t="t" r="r" b="b"/>
              <a:pathLst>
                <a:path w="1139095" h="1084644">
                  <a:moveTo>
                    <a:pt x="179004" y="0"/>
                  </a:moveTo>
                  <a:lnTo>
                    <a:pt x="960091" y="0"/>
                  </a:lnTo>
                  <a:cubicBezTo>
                    <a:pt x="1058952" y="0"/>
                    <a:pt x="1139095" y="80143"/>
                    <a:pt x="1139095" y="179004"/>
                  </a:cubicBezTo>
                  <a:lnTo>
                    <a:pt x="1139095" y="905640"/>
                  </a:lnTo>
                  <a:cubicBezTo>
                    <a:pt x="1139095" y="953115"/>
                    <a:pt x="1120235" y="998645"/>
                    <a:pt x="1086666" y="1032215"/>
                  </a:cubicBezTo>
                  <a:cubicBezTo>
                    <a:pt x="1053096" y="1065785"/>
                    <a:pt x="1007565" y="1084644"/>
                    <a:pt x="960091" y="1084644"/>
                  </a:cubicBezTo>
                  <a:lnTo>
                    <a:pt x="179004" y="1084644"/>
                  </a:lnTo>
                  <a:cubicBezTo>
                    <a:pt x="80143" y="1084644"/>
                    <a:pt x="0" y="1004501"/>
                    <a:pt x="0" y="905640"/>
                  </a:cubicBezTo>
                  <a:lnTo>
                    <a:pt x="0" y="179004"/>
                  </a:lnTo>
                  <a:cubicBezTo>
                    <a:pt x="0" y="131529"/>
                    <a:pt x="18859" y="85999"/>
                    <a:pt x="52429" y="52429"/>
                  </a:cubicBezTo>
                  <a:cubicBezTo>
                    <a:pt x="85999" y="18859"/>
                    <a:pt x="131529" y="0"/>
                    <a:pt x="179004" y="0"/>
                  </a:cubicBezTo>
                  <a:close/>
                </a:path>
              </a:pathLst>
            </a:custGeom>
            <a:solidFill>
              <a:srgbClr val="000000">
                <a:alpha val="0"/>
              </a:srgbClr>
            </a:solidFill>
            <a:ln w="47625" cap="rnd">
              <a:solidFill>
                <a:srgbClr val="337271"/>
              </a:solidFill>
              <a:prstDash val="lgDash"/>
              <a:round/>
            </a:ln>
          </p:spPr>
        </p:sp>
        <p:sp>
          <p:nvSpPr>
            <p:cNvPr id="8" name="TextBox 8"/>
            <p:cNvSpPr txBox="1"/>
            <p:nvPr/>
          </p:nvSpPr>
          <p:spPr>
            <a:xfrm>
              <a:off x="0" y="-57150"/>
              <a:ext cx="1139095" cy="1141794"/>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3099962" y="1199294"/>
            <a:ext cx="12862520" cy="1439538"/>
          </a:xfrm>
          <a:prstGeom prst="rect">
            <a:avLst/>
          </a:prstGeom>
        </p:spPr>
        <p:txBody>
          <a:bodyPr lIns="0" tIns="0" rIns="0" bIns="0" rtlCol="0" anchor="t">
            <a:spAutoFit/>
          </a:bodyPr>
          <a:lstStyle/>
          <a:p>
            <a:pPr algn="ctr">
              <a:lnSpc>
                <a:spcPts val="11480"/>
              </a:lnSpc>
            </a:pPr>
            <a:r>
              <a:rPr lang="en-US" sz="8200">
                <a:solidFill>
                  <a:srgbClr val="337271"/>
                </a:solidFill>
                <a:latin typeface="Times New Roman"/>
                <a:ea typeface="Times New Roman"/>
                <a:cs typeface="Times New Roman"/>
                <a:sym typeface="Times New Roman"/>
              </a:rPr>
              <a:t>Архитектурын сонголт </a:t>
            </a:r>
          </a:p>
        </p:txBody>
      </p:sp>
      <p:sp>
        <p:nvSpPr>
          <p:cNvPr id="10" name="TextBox 10"/>
          <p:cNvSpPr txBox="1"/>
          <p:nvPr/>
        </p:nvSpPr>
        <p:spPr>
          <a:xfrm>
            <a:off x="2328169" y="5735409"/>
            <a:ext cx="3767506" cy="2217420"/>
          </a:xfrm>
          <a:prstGeom prst="rect">
            <a:avLst/>
          </a:prstGeom>
        </p:spPr>
        <p:txBody>
          <a:bodyPr lIns="0" tIns="0" rIns="0" bIns="0" rtlCol="0" anchor="t">
            <a:spAutoFit/>
          </a:bodyPr>
          <a:lstStyle/>
          <a:p>
            <a:pPr algn="ctr">
              <a:lnSpc>
                <a:spcPts val="5880"/>
              </a:lnSpc>
            </a:pPr>
            <a:r>
              <a:rPr lang="en-US" sz="4200">
                <a:solidFill>
                  <a:srgbClr val="337271"/>
                </a:solidFill>
                <a:latin typeface="Times New Roman"/>
                <a:ea typeface="Times New Roman"/>
                <a:cs typeface="Times New Roman"/>
                <a:sym typeface="Times New Roman"/>
              </a:rPr>
              <a:t>Back-End Python, Django rest framework </a:t>
            </a:r>
          </a:p>
        </p:txBody>
      </p:sp>
      <p:grpSp>
        <p:nvGrpSpPr>
          <p:cNvPr id="11" name="Group 11"/>
          <p:cNvGrpSpPr/>
          <p:nvPr/>
        </p:nvGrpSpPr>
        <p:grpSpPr>
          <a:xfrm>
            <a:off x="8447407" y="3614092"/>
            <a:ext cx="1393186" cy="1125001"/>
            <a:chOff x="0" y="0"/>
            <a:chExt cx="366930" cy="296297"/>
          </a:xfrm>
        </p:grpSpPr>
        <p:sp>
          <p:nvSpPr>
            <p:cNvPr id="12" name="Freeform 12"/>
            <p:cNvSpPr/>
            <p:nvPr/>
          </p:nvSpPr>
          <p:spPr>
            <a:xfrm>
              <a:off x="0" y="0"/>
              <a:ext cx="366930" cy="296297"/>
            </a:xfrm>
            <a:custGeom>
              <a:avLst/>
              <a:gdLst/>
              <a:ahLst/>
              <a:cxnLst/>
              <a:rect l="l" t="t" r="r" b="b"/>
              <a:pathLst>
                <a:path w="366930" h="296297">
                  <a:moveTo>
                    <a:pt x="0" y="0"/>
                  </a:moveTo>
                  <a:lnTo>
                    <a:pt x="366930" y="0"/>
                  </a:lnTo>
                  <a:lnTo>
                    <a:pt x="366930" y="296297"/>
                  </a:lnTo>
                  <a:lnTo>
                    <a:pt x="0" y="296297"/>
                  </a:lnTo>
                  <a:close/>
                </a:path>
              </a:pathLst>
            </a:custGeom>
            <a:solidFill>
              <a:srgbClr val="337271"/>
            </a:solidFill>
            <a:ln cap="sq">
              <a:noFill/>
              <a:prstDash val="solid"/>
              <a:miter/>
            </a:ln>
          </p:spPr>
        </p:sp>
        <p:sp>
          <p:nvSpPr>
            <p:cNvPr id="13" name="TextBox 13"/>
            <p:cNvSpPr txBox="1"/>
            <p:nvPr/>
          </p:nvSpPr>
          <p:spPr>
            <a:xfrm>
              <a:off x="0" y="-57150"/>
              <a:ext cx="366930" cy="353447"/>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6981500" y="4461140"/>
            <a:ext cx="4325000" cy="4118257"/>
            <a:chOff x="0" y="0"/>
            <a:chExt cx="1139095" cy="1084644"/>
          </a:xfrm>
        </p:grpSpPr>
        <p:sp>
          <p:nvSpPr>
            <p:cNvPr id="15" name="Freeform 15"/>
            <p:cNvSpPr/>
            <p:nvPr/>
          </p:nvSpPr>
          <p:spPr>
            <a:xfrm>
              <a:off x="0" y="0"/>
              <a:ext cx="1139095" cy="1084644"/>
            </a:xfrm>
            <a:custGeom>
              <a:avLst/>
              <a:gdLst/>
              <a:ahLst/>
              <a:cxnLst/>
              <a:rect l="l" t="t" r="r" b="b"/>
              <a:pathLst>
                <a:path w="1139095" h="1084644">
                  <a:moveTo>
                    <a:pt x="179004" y="0"/>
                  </a:moveTo>
                  <a:lnTo>
                    <a:pt x="960091" y="0"/>
                  </a:lnTo>
                  <a:cubicBezTo>
                    <a:pt x="1058952" y="0"/>
                    <a:pt x="1139095" y="80143"/>
                    <a:pt x="1139095" y="179004"/>
                  </a:cubicBezTo>
                  <a:lnTo>
                    <a:pt x="1139095" y="905640"/>
                  </a:lnTo>
                  <a:cubicBezTo>
                    <a:pt x="1139095" y="953115"/>
                    <a:pt x="1120235" y="998645"/>
                    <a:pt x="1086666" y="1032215"/>
                  </a:cubicBezTo>
                  <a:cubicBezTo>
                    <a:pt x="1053096" y="1065785"/>
                    <a:pt x="1007565" y="1084644"/>
                    <a:pt x="960091" y="1084644"/>
                  </a:cubicBezTo>
                  <a:lnTo>
                    <a:pt x="179004" y="1084644"/>
                  </a:lnTo>
                  <a:cubicBezTo>
                    <a:pt x="80143" y="1084644"/>
                    <a:pt x="0" y="1004501"/>
                    <a:pt x="0" y="905640"/>
                  </a:cubicBezTo>
                  <a:lnTo>
                    <a:pt x="0" y="179004"/>
                  </a:lnTo>
                  <a:cubicBezTo>
                    <a:pt x="0" y="131529"/>
                    <a:pt x="18859" y="85999"/>
                    <a:pt x="52429" y="52429"/>
                  </a:cubicBezTo>
                  <a:cubicBezTo>
                    <a:pt x="85999" y="18859"/>
                    <a:pt x="131529" y="0"/>
                    <a:pt x="179004" y="0"/>
                  </a:cubicBezTo>
                  <a:close/>
                </a:path>
              </a:pathLst>
            </a:custGeom>
            <a:solidFill>
              <a:srgbClr val="000000">
                <a:alpha val="0"/>
              </a:srgbClr>
            </a:solidFill>
            <a:ln w="47625" cap="rnd">
              <a:solidFill>
                <a:srgbClr val="337271"/>
              </a:solidFill>
              <a:prstDash val="lgDash"/>
              <a:round/>
            </a:ln>
          </p:spPr>
        </p:sp>
        <p:sp>
          <p:nvSpPr>
            <p:cNvPr id="16" name="TextBox 16"/>
            <p:cNvSpPr txBox="1"/>
            <p:nvPr/>
          </p:nvSpPr>
          <p:spPr>
            <a:xfrm>
              <a:off x="0" y="-57150"/>
              <a:ext cx="1139095" cy="1141794"/>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7260247" y="5735409"/>
            <a:ext cx="3767506" cy="1474470"/>
          </a:xfrm>
          <a:prstGeom prst="rect">
            <a:avLst/>
          </a:prstGeom>
        </p:spPr>
        <p:txBody>
          <a:bodyPr lIns="0" tIns="0" rIns="0" bIns="0" rtlCol="0" anchor="t">
            <a:spAutoFit/>
          </a:bodyPr>
          <a:lstStyle/>
          <a:p>
            <a:pPr algn="ctr">
              <a:lnSpc>
                <a:spcPts val="5880"/>
              </a:lnSpc>
            </a:pPr>
            <a:r>
              <a:rPr lang="en-US" sz="4200">
                <a:solidFill>
                  <a:srgbClr val="337271"/>
                </a:solidFill>
                <a:latin typeface="Times New Roman"/>
                <a:ea typeface="Times New Roman"/>
                <a:cs typeface="Times New Roman"/>
                <a:sym typeface="Times New Roman"/>
              </a:rPr>
              <a:t>Front-End</a:t>
            </a:r>
          </a:p>
          <a:p>
            <a:pPr algn="ctr">
              <a:lnSpc>
                <a:spcPts val="5880"/>
              </a:lnSpc>
            </a:pPr>
            <a:r>
              <a:rPr lang="en-US" sz="4200">
                <a:solidFill>
                  <a:srgbClr val="337271"/>
                </a:solidFill>
                <a:latin typeface="Times New Roman"/>
                <a:ea typeface="Times New Roman"/>
                <a:cs typeface="Times New Roman"/>
                <a:sym typeface="Times New Roman"/>
              </a:rPr>
              <a:t>flutter</a:t>
            </a:r>
          </a:p>
        </p:txBody>
      </p:sp>
      <p:grpSp>
        <p:nvGrpSpPr>
          <p:cNvPr id="18" name="Group 18"/>
          <p:cNvGrpSpPr/>
          <p:nvPr/>
        </p:nvGrpSpPr>
        <p:grpSpPr>
          <a:xfrm>
            <a:off x="13382136" y="3614092"/>
            <a:ext cx="1393186" cy="1125001"/>
            <a:chOff x="0" y="0"/>
            <a:chExt cx="366930" cy="296297"/>
          </a:xfrm>
        </p:grpSpPr>
        <p:sp>
          <p:nvSpPr>
            <p:cNvPr id="19" name="Freeform 19"/>
            <p:cNvSpPr/>
            <p:nvPr/>
          </p:nvSpPr>
          <p:spPr>
            <a:xfrm>
              <a:off x="0" y="0"/>
              <a:ext cx="366930" cy="296297"/>
            </a:xfrm>
            <a:custGeom>
              <a:avLst/>
              <a:gdLst/>
              <a:ahLst/>
              <a:cxnLst/>
              <a:rect l="l" t="t" r="r" b="b"/>
              <a:pathLst>
                <a:path w="366930" h="296297">
                  <a:moveTo>
                    <a:pt x="0" y="0"/>
                  </a:moveTo>
                  <a:lnTo>
                    <a:pt x="366930" y="0"/>
                  </a:lnTo>
                  <a:lnTo>
                    <a:pt x="366930" y="296297"/>
                  </a:lnTo>
                  <a:lnTo>
                    <a:pt x="0" y="296297"/>
                  </a:lnTo>
                  <a:close/>
                </a:path>
              </a:pathLst>
            </a:custGeom>
            <a:solidFill>
              <a:srgbClr val="337271"/>
            </a:solidFill>
            <a:ln cap="sq">
              <a:noFill/>
              <a:prstDash val="solid"/>
              <a:miter/>
            </a:ln>
          </p:spPr>
        </p:sp>
        <p:sp>
          <p:nvSpPr>
            <p:cNvPr id="20" name="TextBox 20"/>
            <p:cNvSpPr txBox="1"/>
            <p:nvPr/>
          </p:nvSpPr>
          <p:spPr>
            <a:xfrm>
              <a:off x="0" y="-57150"/>
              <a:ext cx="366930" cy="353447"/>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16229" y="4461140"/>
            <a:ext cx="4325000" cy="4118257"/>
            <a:chOff x="0" y="0"/>
            <a:chExt cx="1139095" cy="1084644"/>
          </a:xfrm>
        </p:grpSpPr>
        <p:sp>
          <p:nvSpPr>
            <p:cNvPr id="22" name="Freeform 22"/>
            <p:cNvSpPr/>
            <p:nvPr/>
          </p:nvSpPr>
          <p:spPr>
            <a:xfrm>
              <a:off x="0" y="0"/>
              <a:ext cx="1139095" cy="1084644"/>
            </a:xfrm>
            <a:custGeom>
              <a:avLst/>
              <a:gdLst/>
              <a:ahLst/>
              <a:cxnLst/>
              <a:rect l="l" t="t" r="r" b="b"/>
              <a:pathLst>
                <a:path w="1139095" h="1084644">
                  <a:moveTo>
                    <a:pt x="179004" y="0"/>
                  </a:moveTo>
                  <a:lnTo>
                    <a:pt x="960091" y="0"/>
                  </a:lnTo>
                  <a:cubicBezTo>
                    <a:pt x="1058952" y="0"/>
                    <a:pt x="1139095" y="80143"/>
                    <a:pt x="1139095" y="179004"/>
                  </a:cubicBezTo>
                  <a:lnTo>
                    <a:pt x="1139095" y="905640"/>
                  </a:lnTo>
                  <a:cubicBezTo>
                    <a:pt x="1139095" y="953115"/>
                    <a:pt x="1120235" y="998645"/>
                    <a:pt x="1086666" y="1032215"/>
                  </a:cubicBezTo>
                  <a:cubicBezTo>
                    <a:pt x="1053096" y="1065785"/>
                    <a:pt x="1007565" y="1084644"/>
                    <a:pt x="960091" y="1084644"/>
                  </a:cubicBezTo>
                  <a:lnTo>
                    <a:pt x="179004" y="1084644"/>
                  </a:lnTo>
                  <a:cubicBezTo>
                    <a:pt x="80143" y="1084644"/>
                    <a:pt x="0" y="1004501"/>
                    <a:pt x="0" y="905640"/>
                  </a:cubicBezTo>
                  <a:lnTo>
                    <a:pt x="0" y="179004"/>
                  </a:lnTo>
                  <a:cubicBezTo>
                    <a:pt x="0" y="131529"/>
                    <a:pt x="18859" y="85999"/>
                    <a:pt x="52429" y="52429"/>
                  </a:cubicBezTo>
                  <a:cubicBezTo>
                    <a:pt x="85999" y="18859"/>
                    <a:pt x="131529" y="0"/>
                    <a:pt x="179004" y="0"/>
                  </a:cubicBezTo>
                  <a:close/>
                </a:path>
              </a:pathLst>
            </a:custGeom>
            <a:solidFill>
              <a:srgbClr val="000000">
                <a:alpha val="0"/>
              </a:srgbClr>
            </a:solidFill>
            <a:ln w="47625" cap="rnd">
              <a:solidFill>
                <a:srgbClr val="337271"/>
              </a:solidFill>
              <a:prstDash val="lgDash"/>
              <a:round/>
            </a:ln>
          </p:spPr>
        </p:sp>
        <p:sp>
          <p:nvSpPr>
            <p:cNvPr id="23" name="TextBox 23"/>
            <p:cNvSpPr txBox="1"/>
            <p:nvPr/>
          </p:nvSpPr>
          <p:spPr>
            <a:xfrm>
              <a:off x="0" y="-57150"/>
              <a:ext cx="1139095" cy="1141794"/>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12192325" y="5735409"/>
            <a:ext cx="3767506" cy="1474470"/>
          </a:xfrm>
          <a:prstGeom prst="rect">
            <a:avLst/>
          </a:prstGeom>
        </p:spPr>
        <p:txBody>
          <a:bodyPr lIns="0" tIns="0" rIns="0" bIns="0" rtlCol="0" anchor="t">
            <a:spAutoFit/>
          </a:bodyPr>
          <a:lstStyle/>
          <a:p>
            <a:pPr algn="ctr">
              <a:lnSpc>
                <a:spcPts val="5880"/>
              </a:lnSpc>
            </a:pPr>
            <a:r>
              <a:rPr lang="en-US" sz="4200">
                <a:solidFill>
                  <a:srgbClr val="337271"/>
                </a:solidFill>
                <a:latin typeface="Times New Roman"/>
                <a:ea typeface="Times New Roman"/>
                <a:cs typeface="Times New Roman"/>
                <a:sym typeface="Times New Roman"/>
              </a:rPr>
              <a:t>Database</a:t>
            </a:r>
          </a:p>
          <a:p>
            <a:pPr algn="ctr">
              <a:lnSpc>
                <a:spcPts val="5880"/>
              </a:lnSpc>
            </a:pPr>
            <a:r>
              <a:rPr lang="en-US" sz="4200">
                <a:solidFill>
                  <a:srgbClr val="337271"/>
                </a:solidFill>
                <a:latin typeface="Times New Roman"/>
                <a:ea typeface="Times New Roman"/>
                <a:cs typeface="Times New Roman"/>
                <a:sym typeface="Times New Roman"/>
              </a:rPr>
              <a:t>PostgreSql</a:t>
            </a:r>
          </a:p>
        </p:txBody>
      </p:sp>
      <p:sp>
        <p:nvSpPr>
          <p:cNvPr id="25" name="TextBox 25"/>
          <p:cNvSpPr txBox="1"/>
          <p:nvPr/>
        </p:nvSpPr>
        <p:spPr>
          <a:xfrm>
            <a:off x="3663257" y="3654305"/>
            <a:ext cx="1092028"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1</a:t>
            </a:r>
          </a:p>
        </p:txBody>
      </p:sp>
      <p:sp>
        <p:nvSpPr>
          <p:cNvPr id="26" name="TextBox 26"/>
          <p:cNvSpPr txBox="1"/>
          <p:nvPr/>
        </p:nvSpPr>
        <p:spPr>
          <a:xfrm>
            <a:off x="8597986" y="3654305"/>
            <a:ext cx="1092028"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2</a:t>
            </a:r>
          </a:p>
        </p:txBody>
      </p:sp>
      <p:sp>
        <p:nvSpPr>
          <p:cNvPr id="27" name="TextBox 27"/>
          <p:cNvSpPr txBox="1"/>
          <p:nvPr/>
        </p:nvSpPr>
        <p:spPr>
          <a:xfrm>
            <a:off x="13532715" y="3654305"/>
            <a:ext cx="1092028" cy="901700"/>
          </a:xfrm>
          <a:prstGeom prst="rect">
            <a:avLst/>
          </a:prstGeom>
        </p:spPr>
        <p:txBody>
          <a:bodyPr lIns="0" tIns="0" rIns="0" bIns="0" rtlCol="0" anchor="t">
            <a:spAutoFit/>
          </a:bodyPr>
          <a:lstStyle/>
          <a:p>
            <a:pPr algn="ctr">
              <a:lnSpc>
                <a:spcPts val="7000"/>
              </a:lnSpc>
            </a:pPr>
            <a:r>
              <a:rPr lang="en-US" sz="5000">
                <a:solidFill>
                  <a:srgbClr val="FFFFFF"/>
                </a:solidFill>
                <a:latin typeface="AC Diary Girl"/>
                <a:ea typeface="AC Diary Girl"/>
                <a:cs typeface="AC Diary Girl"/>
                <a:sym typeface="AC Diary Girl"/>
              </a:rPr>
              <a:t>3</a:t>
            </a:r>
          </a:p>
        </p:txBody>
      </p:sp>
      <p:sp>
        <p:nvSpPr>
          <p:cNvPr id="28" name="Freeform 28"/>
          <p:cNvSpPr/>
          <p:nvPr/>
        </p:nvSpPr>
        <p:spPr>
          <a:xfrm>
            <a:off x="-334072" y="-1475968"/>
            <a:ext cx="3808435" cy="4114800"/>
          </a:xfrm>
          <a:custGeom>
            <a:avLst/>
            <a:gdLst/>
            <a:ahLst/>
            <a:cxnLst/>
            <a:rect l="l" t="t" r="r" b="b"/>
            <a:pathLst>
              <a:path w="3808435" h="4114800">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TextBox 3"/>
          <p:cNvSpPr txBox="1"/>
          <p:nvPr/>
        </p:nvSpPr>
        <p:spPr>
          <a:xfrm>
            <a:off x="4796206" y="2199700"/>
            <a:ext cx="8695587" cy="1628773"/>
          </a:xfrm>
          <a:prstGeom prst="rect">
            <a:avLst/>
          </a:prstGeom>
        </p:spPr>
        <p:txBody>
          <a:bodyPr lIns="0" tIns="0" rIns="0" bIns="0" rtlCol="0" anchor="t">
            <a:spAutoFit/>
          </a:bodyPr>
          <a:lstStyle/>
          <a:p>
            <a:pPr algn="ctr">
              <a:lnSpc>
                <a:spcPts val="12600"/>
              </a:lnSpc>
            </a:pPr>
            <a:r>
              <a:rPr lang="en-US" sz="9000">
                <a:solidFill>
                  <a:srgbClr val="337271"/>
                </a:solidFill>
                <a:latin typeface="AC Diary Girl"/>
                <a:ea typeface="AC Diary Girl"/>
                <a:cs typeface="AC Diary Girl"/>
                <a:sym typeface="AC Diary Girl"/>
              </a:rPr>
              <a:t>Conclusion</a:t>
            </a:r>
          </a:p>
        </p:txBody>
      </p:sp>
      <p:sp>
        <p:nvSpPr>
          <p:cNvPr id="4" name="TextBox 4"/>
          <p:cNvSpPr txBox="1"/>
          <p:nvPr/>
        </p:nvSpPr>
        <p:spPr>
          <a:xfrm>
            <a:off x="1974976" y="4115375"/>
            <a:ext cx="14338047" cy="3181350"/>
          </a:xfrm>
          <a:prstGeom prst="rect">
            <a:avLst/>
          </a:prstGeom>
        </p:spPr>
        <p:txBody>
          <a:bodyPr lIns="0" tIns="0" rIns="0" bIns="0" rtlCol="0" anchor="t">
            <a:spAutoFit/>
          </a:bodyPr>
          <a:lstStyle/>
          <a:p>
            <a:pPr algn="ctr">
              <a:lnSpc>
                <a:spcPts val="4200"/>
              </a:lnSpc>
            </a:pPr>
            <a:r>
              <a:rPr lang="en-US" sz="3000">
                <a:solidFill>
                  <a:srgbClr val="337271"/>
                </a:solidFill>
                <a:latin typeface="Nunito"/>
                <a:ea typeface="Nunito"/>
                <a:cs typeface="Nunito"/>
                <a:sym typeface="Nunito"/>
              </a:rPr>
              <a:t>Lorem ipsum dolor sit amet, consectetur adipiscing elit. Nullam ornare non nunc eget dictum. Quisque vulputate velit purus. Etiam sollicitudin, augue lacinia maximus auctor, ligula purus egestas magna, eget pharetra diam orci ut arcu. Duis est ex, vulputate non suscipit nec, efficitur congue nulla. Praesent consectetur, risus nec fringilla laoreet, ipsum quam efficitur libero, vitae condimentum lectus tortor et ante. Suspendisse egestas augue id massa aliquet, ac venenatis odio consectetur.</a:t>
            </a:r>
          </a:p>
        </p:txBody>
      </p:sp>
      <p:sp>
        <p:nvSpPr>
          <p:cNvPr id="5" name="Freeform 5"/>
          <p:cNvSpPr/>
          <p:nvPr/>
        </p:nvSpPr>
        <p:spPr>
          <a:xfrm flipH="1">
            <a:off x="15690050" y="7739359"/>
            <a:ext cx="3551363" cy="1646945"/>
          </a:xfrm>
          <a:custGeom>
            <a:avLst/>
            <a:gdLst/>
            <a:ahLst/>
            <a:cxnLst/>
            <a:rect l="l" t="t" r="r" b="b"/>
            <a:pathLst>
              <a:path w="3551363" h="1646945">
                <a:moveTo>
                  <a:pt x="3551363" y="0"/>
                </a:moveTo>
                <a:lnTo>
                  <a:pt x="0" y="0"/>
                </a:lnTo>
                <a:lnTo>
                  <a:pt x="0" y="1646944"/>
                </a:lnTo>
                <a:lnTo>
                  <a:pt x="3551363" y="1646944"/>
                </a:lnTo>
                <a:lnTo>
                  <a:pt x="355136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746982" y="1028700"/>
            <a:ext cx="3551363" cy="1646945"/>
          </a:xfrm>
          <a:custGeom>
            <a:avLst/>
            <a:gdLst/>
            <a:ahLst/>
            <a:cxnLst/>
            <a:rect l="l" t="t" r="r" b="b"/>
            <a:pathLst>
              <a:path w="3551363" h="1646945">
                <a:moveTo>
                  <a:pt x="0" y="0"/>
                </a:moveTo>
                <a:lnTo>
                  <a:pt x="3551364" y="0"/>
                </a:lnTo>
                <a:lnTo>
                  <a:pt x="3551364" y="1646945"/>
                </a:lnTo>
                <a:lnTo>
                  <a:pt x="0" y="16469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TextBox 3"/>
          <p:cNvSpPr txBox="1"/>
          <p:nvPr/>
        </p:nvSpPr>
        <p:spPr>
          <a:xfrm>
            <a:off x="6465218" y="3200400"/>
            <a:ext cx="8695587" cy="4038600"/>
          </a:xfrm>
          <a:prstGeom prst="rect">
            <a:avLst/>
          </a:prstGeom>
        </p:spPr>
        <p:txBody>
          <a:bodyPr lIns="0" tIns="0" rIns="0" bIns="0" rtlCol="0" anchor="t">
            <a:spAutoFit/>
          </a:bodyPr>
          <a:lstStyle/>
          <a:p>
            <a:pPr algn="ctr">
              <a:lnSpc>
                <a:spcPts val="15000"/>
              </a:lnSpc>
            </a:pPr>
            <a:r>
              <a:rPr lang="en-US" sz="15000">
                <a:solidFill>
                  <a:srgbClr val="337271"/>
                </a:solidFill>
                <a:latin typeface="AC Diary Girl"/>
                <a:ea typeface="AC Diary Girl"/>
                <a:cs typeface="AC Diary Girl"/>
                <a:sym typeface="AC Diary Girl"/>
              </a:rPr>
              <a:t>Thank You</a:t>
            </a:r>
          </a:p>
        </p:txBody>
      </p:sp>
      <p:sp>
        <p:nvSpPr>
          <p:cNvPr id="4" name="Freeform 4"/>
          <p:cNvSpPr/>
          <p:nvPr/>
        </p:nvSpPr>
        <p:spPr>
          <a:xfrm>
            <a:off x="-334072" y="-1475968"/>
            <a:ext cx="3808435" cy="4114800"/>
          </a:xfrm>
          <a:custGeom>
            <a:avLst/>
            <a:gdLst/>
            <a:ahLst/>
            <a:cxnLst/>
            <a:rect l="l" t="t" r="r" b="b"/>
            <a:pathLst>
              <a:path w="3808435" h="4114800">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3062311" y="8487580"/>
            <a:ext cx="4196989" cy="770720"/>
          </a:xfrm>
          <a:custGeom>
            <a:avLst/>
            <a:gdLst/>
            <a:ahLst/>
            <a:cxnLst/>
            <a:rect l="l" t="t" r="r" b="b"/>
            <a:pathLst>
              <a:path w="4196989" h="770720">
                <a:moveTo>
                  <a:pt x="0" y="0"/>
                </a:moveTo>
                <a:lnTo>
                  <a:pt x="4196989" y="0"/>
                </a:lnTo>
                <a:lnTo>
                  <a:pt x="4196989" y="770720"/>
                </a:lnTo>
                <a:lnTo>
                  <a:pt x="0" y="77072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18246">
            <a:off x="3423654" y="3579497"/>
            <a:ext cx="4333509" cy="3128006"/>
          </a:xfrm>
          <a:custGeom>
            <a:avLst/>
            <a:gdLst/>
            <a:ahLst/>
            <a:cxnLst/>
            <a:rect l="l" t="t" r="r" b="b"/>
            <a:pathLst>
              <a:path w="4333509" h="3128006">
                <a:moveTo>
                  <a:pt x="0" y="0"/>
                </a:moveTo>
                <a:lnTo>
                  <a:pt x="4333509" y="0"/>
                </a:lnTo>
                <a:lnTo>
                  <a:pt x="4333509" y="3128006"/>
                </a:lnTo>
                <a:lnTo>
                  <a:pt x="0" y="31280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254</Words>
  <Application>Microsoft Office PowerPoint</Application>
  <PresentationFormat>Custom</PresentationFormat>
  <Paragraphs>39</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AC Diary Girl</vt:lpstr>
      <vt:lpstr>Calibri</vt:lpstr>
      <vt:lpstr>Times New Roman Bold</vt:lpstr>
      <vt:lpstr>Nunito</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Х.Сарнай</dc:title>
  <cp:lastModifiedBy>Сарнай Хулдгай</cp:lastModifiedBy>
  <cp:revision>3</cp:revision>
  <dcterms:created xsi:type="dcterms:W3CDTF">2006-08-16T00:00:00Z</dcterms:created>
  <dcterms:modified xsi:type="dcterms:W3CDTF">2026-01-08T18:52:11Z</dcterms:modified>
  <dc:identifier>DAG8JjtjICg</dc:identifier>
</cp:coreProperties>
</file>